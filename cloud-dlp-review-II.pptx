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9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4.xml" ContentType="application/vnd.openxmlformats-officedocument.theme+xml"/>
  <Override PartName="/ppt/theme/theme20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64" r:id="rId4"/>
    <p:sldMasterId id="2147483667" r:id="rId5"/>
    <p:sldMasterId id="2147483669" r:id="rId6"/>
    <p:sldMasterId id="2147483671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15.xml"/><Relationship Id="rId5" Type="http://schemas.openxmlformats.org/officeDocument/2006/relationships/slideMaster" Target="slideMasters/slideMaster17.xml"/><Relationship Id="rId6" Type="http://schemas.openxmlformats.org/officeDocument/2006/relationships/slideMaster" Target="slideMasters/slideMaster18.xml"/><Relationship Id="rId7" Type="http://schemas.openxmlformats.org/officeDocument/2006/relationships/slideMaster" Target="slideMasters/slideMaster19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0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PlaceHolder 4"/>
          <p:cNvSpPr>
            <a:spLocks noGrp="1"/>
          </p:cNvSpPr>
          <p:nvPr>
            <p:ph type="dt" idx="58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PlaceHolder 5"/>
          <p:cNvSpPr>
            <a:spLocks noGrp="1"/>
          </p:cNvSpPr>
          <p:nvPr>
            <p:ph type="ftr" idx="59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" name="PlaceHolder 6"/>
          <p:cNvSpPr>
            <a:spLocks noGrp="1"/>
          </p:cNvSpPr>
          <p:nvPr>
            <p:ph type="sldNum" idx="60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9D7D6A7-84BF-4FC1-8E16-40AF0631389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38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2B7D635-EC0E-40D2-BF7A-8B59AA178A8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77160" y="956160"/>
            <a:ext cx="8595360" cy="625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subTitle"/>
          </p:nvPr>
        </p:nvSpPr>
        <p:spPr>
          <a:xfrm>
            <a:off x="677160" y="2160720"/>
            <a:ext cx="8595360" cy="3879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8C515AA-DCD0-470C-A671-9C82ABFC835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6"/>
          <p:cNvGrpSpPr/>
          <p:nvPr/>
        </p:nvGrpSpPr>
        <p:grpSpPr>
          <a:xfrm>
            <a:off x="0" y="-8640"/>
            <a:ext cx="12190680" cy="6867720"/>
            <a:chOff x="0" y="-8640"/>
            <a:chExt cx="12190680" cy="6867720"/>
          </a:xfrm>
        </p:grpSpPr>
        <p:cxnSp>
          <p:nvCxnSpPr>
            <p:cNvPr id="32" name="Straight Connector 19"/>
            <p:cNvCxnSpPr/>
            <p:nvPr/>
          </p:nvCxnSpPr>
          <p:spPr>
            <a:xfrm>
              <a:off x="9370800" y="0"/>
              <a:ext cx="1220760" cy="685944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33" name="Straight Connector 20"/>
            <p:cNvCxnSpPr/>
            <p:nvPr/>
          </p:nvCxnSpPr>
          <p:spPr>
            <a:xfrm flipH="1">
              <a:off x="7425000" y="3681360"/>
              <a:ext cx="4764960" cy="317808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34" name="Rectangle 23"/>
            <p:cNvSpPr/>
            <p:nvPr/>
          </p:nvSpPr>
          <p:spPr>
            <a:xfrm>
              <a:off x="9181440" y="-8640"/>
              <a:ext cx="3006000" cy="6865200"/>
            </a:xfrm>
            <a:custGeom>
              <a:avLst/>
              <a:gdLst>
                <a:gd name="textAreaLeft" fmla="*/ 0 w 3006000"/>
                <a:gd name="textAreaRight" fmla="*/ 3007440 w 3006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" name="Rectangle 25"/>
            <p:cNvSpPr/>
            <p:nvPr/>
          </p:nvSpPr>
          <p:spPr>
            <a:xfrm>
              <a:off x="9603360" y="-8640"/>
              <a:ext cx="2586960" cy="6865200"/>
            </a:xfrm>
            <a:custGeom>
              <a:avLst/>
              <a:gdLst>
                <a:gd name="textAreaLeft" fmla="*/ 0 w 2586960"/>
                <a:gd name="textAreaRight" fmla="*/ 2588400 w 258696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" name="Isosceles Triangle 23"/>
            <p:cNvSpPr/>
            <p:nvPr/>
          </p:nvSpPr>
          <p:spPr>
            <a:xfrm>
              <a:off x="8932320" y="3048120"/>
              <a:ext cx="3258360" cy="380844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" name="Rectangle 27"/>
            <p:cNvSpPr/>
            <p:nvPr/>
          </p:nvSpPr>
          <p:spPr>
            <a:xfrm>
              <a:off x="9334440" y="-8640"/>
              <a:ext cx="2853000" cy="6865200"/>
            </a:xfrm>
            <a:custGeom>
              <a:avLst/>
              <a:gdLst>
                <a:gd name="textAreaLeft" fmla="*/ 0 w 2853000"/>
                <a:gd name="textAreaRight" fmla="*/ 2854440 w 2853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" name="Rectangle 28"/>
            <p:cNvSpPr/>
            <p:nvPr/>
          </p:nvSpPr>
          <p:spPr>
            <a:xfrm>
              <a:off x="10898640" y="-8640"/>
              <a:ext cx="1288800" cy="6865200"/>
            </a:xfrm>
            <a:custGeom>
              <a:avLst/>
              <a:gdLst>
                <a:gd name="textAreaLeft" fmla="*/ 0 w 1288800"/>
                <a:gd name="textAreaRight" fmla="*/ 1290240 w 12888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" name="Rectangle 29"/>
            <p:cNvSpPr/>
            <p:nvPr/>
          </p:nvSpPr>
          <p:spPr>
            <a:xfrm>
              <a:off x="10938960" y="-8640"/>
              <a:ext cx="1248480" cy="6865200"/>
            </a:xfrm>
            <a:custGeom>
              <a:avLst/>
              <a:gdLst>
                <a:gd name="textAreaLeft" fmla="*/ 0 w 1248480"/>
                <a:gd name="textAreaRight" fmla="*/ 1249920 w 124848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0" name="Isosceles Triangle 27"/>
            <p:cNvSpPr/>
            <p:nvPr/>
          </p:nvSpPr>
          <p:spPr>
            <a:xfrm>
              <a:off x="10371600" y="3589920"/>
              <a:ext cx="1815840" cy="326664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" name="Isosceles Triangle 28"/>
            <p:cNvSpPr/>
            <p:nvPr/>
          </p:nvSpPr>
          <p:spPr>
            <a:xfrm>
              <a:off x="0" y="4013280"/>
              <a:ext cx="447120" cy="284328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677160" y="1498680"/>
            <a:ext cx="3853080" cy="127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20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4760640" y="514800"/>
            <a:ext cx="4512240" cy="5524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677160" y="2777040"/>
            <a:ext cx="3853080" cy="258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dt" idx="4"/>
          </p:nvPr>
        </p:nvSpPr>
        <p:spPr>
          <a:xfrm>
            <a:off x="7205040" y="6041520"/>
            <a:ext cx="9104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ftr" idx="5"/>
          </p:nvPr>
        </p:nvSpPr>
        <p:spPr>
          <a:xfrm>
            <a:off x="677160" y="6041520"/>
            <a:ext cx="6296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6"/>
          <p:cNvSpPr>
            <a:spLocks noGrp="1"/>
          </p:cNvSpPr>
          <p:nvPr>
            <p:ph type="sldNum" idx="6"/>
          </p:nvPr>
        </p:nvSpPr>
        <p:spPr>
          <a:xfrm>
            <a:off x="8590680" y="6041520"/>
            <a:ext cx="6818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7091D9A-5CE8-4AF8-9369-9A5B590B8BE1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6"/>
          <p:cNvGrpSpPr/>
          <p:nvPr/>
        </p:nvGrpSpPr>
        <p:grpSpPr>
          <a:xfrm>
            <a:off x="0" y="-8640"/>
            <a:ext cx="12190680" cy="6867720"/>
            <a:chOff x="0" y="-8640"/>
            <a:chExt cx="12190680" cy="6867720"/>
          </a:xfrm>
        </p:grpSpPr>
        <p:cxnSp>
          <p:nvCxnSpPr>
            <p:cNvPr id="49" name="Straight Connector 19"/>
            <p:cNvCxnSpPr/>
            <p:nvPr/>
          </p:nvCxnSpPr>
          <p:spPr>
            <a:xfrm>
              <a:off x="9370800" y="0"/>
              <a:ext cx="1220760" cy="685944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50" name="Straight Connector 20"/>
            <p:cNvCxnSpPr/>
            <p:nvPr/>
          </p:nvCxnSpPr>
          <p:spPr>
            <a:xfrm flipH="1">
              <a:off x="7425000" y="3681360"/>
              <a:ext cx="4764960" cy="317808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51" name="Rectangle 23"/>
            <p:cNvSpPr/>
            <p:nvPr/>
          </p:nvSpPr>
          <p:spPr>
            <a:xfrm>
              <a:off x="9181440" y="-8640"/>
              <a:ext cx="3006000" cy="6865200"/>
            </a:xfrm>
            <a:custGeom>
              <a:avLst/>
              <a:gdLst>
                <a:gd name="textAreaLeft" fmla="*/ 0 w 3006000"/>
                <a:gd name="textAreaRight" fmla="*/ 3007440 w 3006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" name="Rectangle 25"/>
            <p:cNvSpPr/>
            <p:nvPr/>
          </p:nvSpPr>
          <p:spPr>
            <a:xfrm>
              <a:off x="9603360" y="-8640"/>
              <a:ext cx="2586960" cy="6865200"/>
            </a:xfrm>
            <a:custGeom>
              <a:avLst/>
              <a:gdLst>
                <a:gd name="textAreaLeft" fmla="*/ 0 w 2586960"/>
                <a:gd name="textAreaRight" fmla="*/ 2588400 w 258696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" name="Isosceles Triangle 23"/>
            <p:cNvSpPr/>
            <p:nvPr/>
          </p:nvSpPr>
          <p:spPr>
            <a:xfrm>
              <a:off x="8932320" y="3048120"/>
              <a:ext cx="3258360" cy="380844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" name="Rectangle 27"/>
            <p:cNvSpPr/>
            <p:nvPr/>
          </p:nvSpPr>
          <p:spPr>
            <a:xfrm>
              <a:off x="9334440" y="-8640"/>
              <a:ext cx="2853000" cy="6865200"/>
            </a:xfrm>
            <a:custGeom>
              <a:avLst/>
              <a:gdLst>
                <a:gd name="textAreaLeft" fmla="*/ 0 w 2853000"/>
                <a:gd name="textAreaRight" fmla="*/ 2854440 w 2853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5" name="Rectangle 28"/>
            <p:cNvSpPr/>
            <p:nvPr/>
          </p:nvSpPr>
          <p:spPr>
            <a:xfrm>
              <a:off x="10898640" y="-8640"/>
              <a:ext cx="1288800" cy="6865200"/>
            </a:xfrm>
            <a:custGeom>
              <a:avLst/>
              <a:gdLst>
                <a:gd name="textAreaLeft" fmla="*/ 0 w 1288800"/>
                <a:gd name="textAreaRight" fmla="*/ 1290240 w 12888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" name="Rectangle 29"/>
            <p:cNvSpPr/>
            <p:nvPr/>
          </p:nvSpPr>
          <p:spPr>
            <a:xfrm>
              <a:off x="10938960" y="-8640"/>
              <a:ext cx="1248480" cy="6865200"/>
            </a:xfrm>
            <a:custGeom>
              <a:avLst/>
              <a:gdLst>
                <a:gd name="textAreaLeft" fmla="*/ 0 w 1248480"/>
                <a:gd name="textAreaRight" fmla="*/ 1249920 w 124848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" name="Isosceles Triangle 27"/>
            <p:cNvSpPr/>
            <p:nvPr/>
          </p:nvSpPr>
          <p:spPr>
            <a:xfrm>
              <a:off x="10371600" y="3589920"/>
              <a:ext cx="1815840" cy="326664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" name="Isosceles Triangle 28"/>
            <p:cNvSpPr/>
            <p:nvPr/>
          </p:nvSpPr>
          <p:spPr>
            <a:xfrm>
              <a:off x="0" y="4013280"/>
              <a:ext cx="447120" cy="284328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677160" y="4800600"/>
            <a:ext cx="8595360" cy="56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24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677160" y="609480"/>
            <a:ext cx="8595360" cy="384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rebuchet MS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icon to add picture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677160" y="5367240"/>
            <a:ext cx="8595360" cy="672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dt" idx="7"/>
          </p:nvPr>
        </p:nvSpPr>
        <p:spPr>
          <a:xfrm>
            <a:off x="7205040" y="6041520"/>
            <a:ext cx="9104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ftr" idx="8"/>
          </p:nvPr>
        </p:nvSpPr>
        <p:spPr>
          <a:xfrm>
            <a:off x="677160" y="6041520"/>
            <a:ext cx="6296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6"/>
          <p:cNvSpPr>
            <a:spLocks noGrp="1"/>
          </p:cNvSpPr>
          <p:nvPr>
            <p:ph type="sldNum" idx="9"/>
          </p:nvPr>
        </p:nvSpPr>
        <p:spPr>
          <a:xfrm>
            <a:off x="8590680" y="6041520"/>
            <a:ext cx="6818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D8580A5-B392-436C-A01F-A1EEE65B1253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6"/>
          <p:cNvGrpSpPr/>
          <p:nvPr/>
        </p:nvGrpSpPr>
        <p:grpSpPr>
          <a:xfrm>
            <a:off x="0" y="-8640"/>
            <a:ext cx="12190680" cy="6867720"/>
            <a:chOff x="0" y="-8640"/>
            <a:chExt cx="12190680" cy="6867720"/>
          </a:xfrm>
        </p:grpSpPr>
        <p:cxnSp>
          <p:nvCxnSpPr>
            <p:cNvPr id="66" name="Straight Connector 19"/>
            <p:cNvCxnSpPr/>
            <p:nvPr/>
          </p:nvCxnSpPr>
          <p:spPr>
            <a:xfrm>
              <a:off x="9370800" y="0"/>
              <a:ext cx="1220760" cy="685944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67" name="Straight Connector 20"/>
            <p:cNvCxnSpPr/>
            <p:nvPr/>
          </p:nvCxnSpPr>
          <p:spPr>
            <a:xfrm flipH="1">
              <a:off x="7425000" y="3681360"/>
              <a:ext cx="4764960" cy="317808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68" name="Rectangle 23"/>
            <p:cNvSpPr/>
            <p:nvPr/>
          </p:nvSpPr>
          <p:spPr>
            <a:xfrm>
              <a:off x="9181440" y="-8640"/>
              <a:ext cx="3006000" cy="6865200"/>
            </a:xfrm>
            <a:custGeom>
              <a:avLst/>
              <a:gdLst>
                <a:gd name="textAreaLeft" fmla="*/ 0 w 3006000"/>
                <a:gd name="textAreaRight" fmla="*/ 3007440 w 3006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Rectangle 25"/>
            <p:cNvSpPr/>
            <p:nvPr/>
          </p:nvSpPr>
          <p:spPr>
            <a:xfrm>
              <a:off x="9603360" y="-8640"/>
              <a:ext cx="2586960" cy="6865200"/>
            </a:xfrm>
            <a:custGeom>
              <a:avLst/>
              <a:gdLst>
                <a:gd name="textAreaLeft" fmla="*/ 0 w 2586960"/>
                <a:gd name="textAreaRight" fmla="*/ 2588400 w 258696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Isosceles Triangle 23"/>
            <p:cNvSpPr/>
            <p:nvPr/>
          </p:nvSpPr>
          <p:spPr>
            <a:xfrm>
              <a:off x="8932320" y="3048120"/>
              <a:ext cx="3258360" cy="380844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Rectangle 27"/>
            <p:cNvSpPr/>
            <p:nvPr/>
          </p:nvSpPr>
          <p:spPr>
            <a:xfrm>
              <a:off x="9334440" y="-8640"/>
              <a:ext cx="2853000" cy="6865200"/>
            </a:xfrm>
            <a:custGeom>
              <a:avLst/>
              <a:gdLst>
                <a:gd name="textAreaLeft" fmla="*/ 0 w 2853000"/>
                <a:gd name="textAreaRight" fmla="*/ 2854440 w 2853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Rectangle 28"/>
            <p:cNvSpPr/>
            <p:nvPr/>
          </p:nvSpPr>
          <p:spPr>
            <a:xfrm>
              <a:off x="10898640" y="-8640"/>
              <a:ext cx="1288800" cy="6865200"/>
            </a:xfrm>
            <a:custGeom>
              <a:avLst/>
              <a:gdLst>
                <a:gd name="textAreaLeft" fmla="*/ 0 w 1288800"/>
                <a:gd name="textAreaRight" fmla="*/ 1290240 w 12888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Rectangle 29"/>
            <p:cNvSpPr/>
            <p:nvPr/>
          </p:nvSpPr>
          <p:spPr>
            <a:xfrm>
              <a:off x="10938960" y="-8640"/>
              <a:ext cx="1248480" cy="6865200"/>
            </a:xfrm>
            <a:custGeom>
              <a:avLst/>
              <a:gdLst>
                <a:gd name="textAreaLeft" fmla="*/ 0 w 1248480"/>
                <a:gd name="textAreaRight" fmla="*/ 1249920 w 124848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Isosceles Triangle 27"/>
            <p:cNvSpPr/>
            <p:nvPr/>
          </p:nvSpPr>
          <p:spPr>
            <a:xfrm>
              <a:off x="10371600" y="3589920"/>
              <a:ext cx="1815840" cy="326664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Isosceles Triangle 28"/>
            <p:cNvSpPr/>
            <p:nvPr/>
          </p:nvSpPr>
          <p:spPr>
            <a:xfrm>
              <a:off x="0" y="4013280"/>
              <a:ext cx="447120" cy="284328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5360" cy="3402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4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677160" y="4470480"/>
            <a:ext cx="8595360" cy="156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dt" idx="10"/>
          </p:nvPr>
        </p:nvSpPr>
        <p:spPr>
          <a:xfrm>
            <a:off x="7205040" y="6041520"/>
            <a:ext cx="9104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 type="ftr" idx="11"/>
          </p:nvPr>
        </p:nvSpPr>
        <p:spPr>
          <a:xfrm>
            <a:off x="677160" y="6041520"/>
            <a:ext cx="6296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PlaceHolder 5"/>
          <p:cNvSpPr>
            <a:spLocks noGrp="1"/>
          </p:cNvSpPr>
          <p:nvPr>
            <p:ph type="sldNum" idx="12"/>
          </p:nvPr>
        </p:nvSpPr>
        <p:spPr>
          <a:xfrm>
            <a:off x="8590680" y="6041520"/>
            <a:ext cx="6818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C8C9B4B-3A72-4812-AB94-ABC56F2475B3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Quot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Group 6"/>
          <p:cNvGrpSpPr/>
          <p:nvPr/>
        </p:nvGrpSpPr>
        <p:grpSpPr>
          <a:xfrm>
            <a:off x="0" y="-8640"/>
            <a:ext cx="12190680" cy="6867720"/>
            <a:chOff x="0" y="-8640"/>
            <a:chExt cx="12190680" cy="6867720"/>
          </a:xfrm>
        </p:grpSpPr>
        <p:cxnSp>
          <p:nvCxnSpPr>
            <p:cNvPr id="82" name="Straight Connector 19"/>
            <p:cNvCxnSpPr/>
            <p:nvPr/>
          </p:nvCxnSpPr>
          <p:spPr>
            <a:xfrm>
              <a:off x="9370800" y="0"/>
              <a:ext cx="1220760" cy="685944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83" name="Straight Connector 20"/>
            <p:cNvCxnSpPr/>
            <p:nvPr/>
          </p:nvCxnSpPr>
          <p:spPr>
            <a:xfrm flipH="1">
              <a:off x="7425000" y="3681360"/>
              <a:ext cx="4764960" cy="317808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84" name="Rectangle 23"/>
            <p:cNvSpPr/>
            <p:nvPr/>
          </p:nvSpPr>
          <p:spPr>
            <a:xfrm>
              <a:off x="9181440" y="-8640"/>
              <a:ext cx="3006000" cy="6865200"/>
            </a:xfrm>
            <a:custGeom>
              <a:avLst/>
              <a:gdLst>
                <a:gd name="textAreaLeft" fmla="*/ 0 w 3006000"/>
                <a:gd name="textAreaRight" fmla="*/ 3007440 w 3006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" name="Rectangle 25"/>
            <p:cNvSpPr/>
            <p:nvPr/>
          </p:nvSpPr>
          <p:spPr>
            <a:xfrm>
              <a:off x="9603360" y="-8640"/>
              <a:ext cx="2586960" cy="6865200"/>
            </a:xfrm>
            <a:custGeom>
              <a:avLst/>
              <a:gdLst>
                <a:gd name="textAreaLeft" fmla="*/ 0 w 2586960"/>
                <a:gd name="textAreaRight" fmla="*/ 2588400 w 258696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6" name="Isosceles Triangle 23"/>
            <p:cNvSpPr/>
            <p:nvPr/>
          </p:nvSpPr>
          <p:spPr>
            <a:xfrm>
              <a:off x="8932320" y="3048120"/>
              <a:ext cx="3258360" cy="380844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" name="Rectangle 27"/>
            <p:cNvSpPr/>
            <p:nvPr/>
          </p:nvSpPr>
          <p:spPr>
            <a:xfrm>
              <a:off x="9334440" y="-8640"/>
              <a:ext cx="2853000" cy="6865200"/>
            </a:xfrm>
            <a:custGeom>
              <a:avLst/>
              <a:gdLst>
                <a:gd name="textAreaLeft" fmla="*/ 0 w 2853000"/>
                <a:gd name="textAreaRight" fmla="*/ 2854440 w 2853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" name="Rectangle 28"/>
            <p:cNvSpPr/>
            <p:nvPr/>
          </p:nvSpPr>
          <p:spPr>
            <a:xfrm>
              <a:off x="10898640" y="-8640"/>
              <a:ext cx="1288800" cy="6865200"/>
            </a:xfrm>
            <a:custGeom>
              <a:avLst/>
              <a:gdLst>
                <a:gd name="textAreaLeft" fmla="*/ 0 w 1288800"/>
                <a:gd name="textAreaRight" fmla="*/ 1290240 w 12888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" name="Rectangle 29"/>
            <p:cNvSpPr/>
            <p:nvPr/>
          </p:nvSpPr>
          <p:spPr>
            <a:xfrm>
              <a:off x="10938960" y="-8640"/>
              <a:ext cx="1248480" cy="6865200"/>
            </a:xfrm>
            <a:custGeom>
              <a:avLst/>
              <a:gdLst>
                <a:gd name="textAreaLeft" fmla="*/ 0 w 1248480"/>
                <a:gd name="textAreaRight" fmla="*/ 1249920 w 124848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Isosceles Triangle 27"/>
            <p:cNvSpPr/>
            <p:nvPr/>
          </p:nvSpPr>
          <p:spPr>
            <a:xfrm>
              <a:off x="10371600" y="3589920"/>
              <a:ext cx="1815840" cy="326664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" name="Isosceles Triangle 28"/>
            <p:cNvSpPr/>
            <p:nvPr/>
          </p:nvSpPr>
          <p:spPr>
            <a:xfrm>
              <a:off x="0" y="4013280"/>
              <a:ext cx="447120" cy="284328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931320" y="609480"/>
            <a:ext cx="8092800" cy="302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4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1366200" y="3632040"/>
            <a:ext cx="7223040" cy="37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677160" y="4470480"/>
            <a:ext cx="8595360" cy="156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 type="dt" idx="13"/>
          </p:nvPr>
        </p:nvSpPr>
        <p:spPr>
          <a:xfrm>
            <a:off x="7205040" y="6041520"/>
            <a:ext cx="9104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PlaceHolder 5"/>
          <p:cNvSpPr>
            <a:spLocks noGrp="1"/>
          </p:cNvSpPr>
          <p:nvPr>
            <p:ph type="ftr" idx="14"/>
          </p:nvPr>
        </p:nvSpPr>
        <p:spPr>
          <a:xfrm>
            <a:off x="677160" y="6041520"/>
            <a:ext cx="6296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6"/>
          <p:cNvSpPr>
            <a:spLocks noGrp="1"/>
          </p:cNvSpPr>
          <p:nvPr>
            <p:ph type="sldNum" idx="15"/>
          </p:nvPr>
        </p:nvSpPr>
        <p:spPr>
          <a:xfrm>
            <a:off x="8590680" y="6041520"/>
            <a:ext cx="6818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4E2ADAF-0A20-493F-8E60-CC1134497D25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TextBox 19"/>
          <p:cNvSpPr/>
          <p:nvPr/>
        </p:nvSpPr>
        <p:spPr>
          <a:xfrm>
            <a:off x="541800" y="790200"/>
            <a:ext cx="608040" cy="58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</a:rPr>
              <a:t>“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21"/>
          <p:cNvSpPr/>
          <p:nvPr/>
        </p:nvSpPr>
        <p:spPr>
          <a:xfrm>
            <a:off x="8893080" y="2886480"/>
            <a:ext cx="608040" cy="58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</a:rPr>
              <a:t>”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ame Car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6"/>
          <p:cNvGrpSpPr/>
          <p:nvPr/>
        </p:nvGrpSpPr>
        <p:grpSpPr>
          <a:xfrm>
            <a:off x="0" y="-8640"/>
            <a:ext cx="12190680" cy="6867720"/>
            <a:chOff x="0" y="-8640"/>
            <a:chExt cx="12190680" cy="6867720"/>
          </a:xfrm>
        </p:grpSpPr>
        <p:cxnSp>
          <p:nvCxnSpPr>
            <p:cNvPr id="101" name="Straight Connector 19"/>
            <p:cNvCxnSpPr/>
            <p:nvPr/>
          </p:nvCxnSpPr>
          <p:spPr>
            <a:xfrm>
              <a:off x="9370800" y="0"/>
              <a:ext cx="1220760" cy="685944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102" name="Straight Connector 20"/>
            <p:cNvCxnSpPr/>
            <p:nvPr/>
          </p:nvCxnSpPr>
          <p:spPr>
            <a:xfrm flipH="1">
              <a:off x="7425000" y="3681360"/>
              <a:ext cx="4764960" cy="317808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103" name="Rectangle 23"/>
            <p:cNvSpPr/>
            <p:nvPr/>
          </p:nvSpPr>
          <p:spPr>
            <a:xfrm>
              <a:off x="9181440" y="-8640"/>
              <a:ext cx="3006000" cy="6865200"/>
            </a:xfrm>
            <a:custGeom>
              <a:avLst/>
              <a:gdLst>
                <a:gd name="textAreaLeft" fmla="*/ 0 w 3006000"/>
                <a:gd name="textAreaRight" fmla="*/ 3007440 w 3006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" name="Rectangle 25"/>
            <p:cNvSpPr/>
            <p:nvPr/>
          </p:nvSpPr>
          <p:spPr>
            <a:xfrm>
              <a:off x="9603360" y="-8640"/>
              <a:ext cx="2586960" cy="6865200"/>
            </a:xfrm>
            <a:custGeom>
              <a:avLst/>
              <a:gdLst>
                <a:gd name="textAreaLeft" fmla="*/ 0 w 2586960"/>
                <a:gd name="textAreaRight" fmla="*/ 2588400 w 258696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" name="Isosceles Triangle 23"/>
            <p:cNvSpPr/>
            <p:nvPr/>
          </p:nvSpPr>
          <p:spPr>
            <a:xfrm>
              <a:off x="8932320" y="3048120"/>
              <a:ext cx="3258360" cy="380844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Rectangle 27"/>
            <p:cNvSpPr/>
            <p:nvPr/>
          </p:nvSpPr>
          <p:spPr>
            <a:xfrm>
              <a:off x="9334440" y="-8640"/>
              <a:ext cx="2853000" cy="6865200"/>
            </a:xfrm>
            <a:custGeom>
              <a:avLst/>
              <a:gdLst>
                <a:gd name="textAreaLeft" fmla="*/ 0 w 2853000"/>
                <a:gd name="textAreaRight" fmla="*/ 2854440 w 2853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" name="Rectangle 28"/>
            <p:cNvSpPr/>
            <p:nvPr/>
          </p:nvSpPr>
          <p:spPr>
            <a:xfrm>
              <a:off x="10898640" y="-8640"/>
              <a:ext cx="1288800" cy="6865200"/>
            </a:xfrm>
            <a:custGeom>
              <a:avLst/>
              <a:gdLst>
                <a:gd name="textAreaLeft" fmla="*/ 0 w 1288800"/>
                <a:gd name="textAreaRight" fmla="*/ 1290240 w 12888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" name="Rectangle 29"/>
            <p:cNvSpPr/>
            <p:nvPr/>
          </p:nvSpPr>
          <p:spPr>
            <a:xfrm>
              <a:off x="10938960" y="-8640"/>
              <a:ext cx="1248480" cy="6865200"/>
            </a:xfrm>
            <a:custGeom>
              <a:avLst/>
              <a:gdLst>
                <a:gd name="textAreaLeft" fmla="*/ 0 w 1248480"/>
                <a:gd name="textAreaRight" fmla="*/ 1249920 w 124848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" name="Isosceles Triangle 27"/>
            <p:cNvSpPr/>
            <p:nvPr/>
          </p:nvSpPr>
          <p:spPr>
            <a:xfrm>
              <a:off x="10371600" y="3589920"/>
              <a:ext cx="1815840" cy="326664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" name="Isosceles Triangle 28"/>
            <p:cNvSpPr/>
            <p:nvPr/>
          </p:nvSpPr>
          <p:spPr>
            <a:xfrm>
              <a:off x="0" y="4013280"/>
              <a:ext cx="447120" cy="284328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677160" y="1932120"/>
            <a:ext cx="8595360" cy="2594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4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677160" y="4527360"/>
            <a:ext cx="8595360" cy="1512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dt" idx="16"/>
          </p:nvPr>
        </p:nvSpPr>
        <p:spPr>
          <a:xfrm>
            <a:off x="7205040" y="6041520"/>
            <a:ext cx="9104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 type="ftr" idx="17"/>
          </p:nvPr>
        </p:nvSpPr>
        <p:spPr>
          <a:xfrm>
            <a:off x="677160" y="6041520"/>
            <a:ext cx="6296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 type="sldNum" idx="18"/>
          </p:nvPr>
        </p:nvSpPr>
        <p:spPr>
          <a:xfrm>
            <a:off x="8590680" y="6041520"/>
            <a:ext cx="6818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E887C6E-1D1B-477E-BD11-4E90ED794FEC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Quote Name Car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6" name="Group 6"/>
          <p:cNvGrpSpPr/>
          <p:nvPr/>
        </p:nvGrpSpPr>
        <p:grpSpPr>
          <a:xfrm>
            <a:off x="0" y="-8640"/>
            <a:ext cx="12190680" cy="6867720"/>
            <a:chOff x="0" y="-8640"/>
            <a:chExt cx="12190680" cy="6867720"/>
          </a:xfrm>
        </p:grpSpPr>
        <p:cxnSp>
          <p:nvCxnSpPr>
            <p:cNvPr id="117" name="Straight Connector 19"/>
            <p:cNvCxnSpPr/>
            <p:nvPr/>
          </p:nvCxnSpPr>
          <p:spPr>
            <a:xfrm>
              <a:off x="9370800" y="0"/>
              <a:ext cx="1220760" cy="685944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118" name="Straight Connector 20"/>
            <p:cNvCxnSpPr/>
            <p:nvPr/>
          </p:nvCxnSpPr>
          <p:spPr>
            <a:xfrm flipH="1">
              <a:off x="7425000" y="3681360"/>
              <a:ext cx="4764960" cy="317808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119" name="Rectangle 23"/>
            <p:cNvSpPr/>
            <p:nvPr/>
          </p:nvSpPr>
          <p:spPr>
            <a:xfrm>
              <a:off x="9181440" y="-8640"/>
              <a:ext cx="3006000" cy="6865200"/>
            </a:xfrm>
            <a:custGeom>
              <a:avLst/>
              <a:gdLst>
                <a:gd name="textAreaLeft" fmla="*/ 0 w 3006000"/>
                <a:gd name="textAreaRight" fmla="*/ 3007440 w 3006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" name="Rectangle 25"/>
            <p:cNvSpPr/>
            <p:nvPr/>
          </p:nvSpPr>
          <p:spPr>
            <a:xfrm>
              <a:off x="9603360" y="-8640"/>
              <a:ext cx="2586960" cy="6865200"/>
            </a:xfrm>
            <a:custGeom>
              <a:avLst/>
              <a:gdLst>
                <a:gd name="textAreaLeft" fmla="*/ 0 w 2586960"/>
                <a:gd name="textAreaRight" fmla="*/ 2588400 w 258696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" name="Isosceles Triangle 23"/>
            <p:cNvSpPr/>
            <p:nvPr/>
          </p:nvSpPr>
          <p:spPr>
            <a:xfrm>
              <a:off x="8932320" y="3048120"/>
              <a:ext cx="3258360" cy="380844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" name="Rectangle 27"/>
            <p:cNvSpPr/>
            <p:nvPr/>
          </p:nvSpPr>
          <p:spPr>
            <a:xfrm>
              <a:off x="9334440" y="-8640"/>
              <a:ext cx="2853000" cy="6865200"/>
            </a:xfrm>
            <a:custGeom>
              <a:avLst/>
              <a:gdLst>
                <a:gd name="textAreaLeft" fmla="*/ 0 w 2853000"/>
                <a:gd name="textAreaRight" fmla="*/ 2854440 w 2853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" name="Rectangle 28"/>
            <p:cNvSpPr/>
            <p:nvPr/>
          </p:nvSpPr>
          <p:spPr>
            <a:xfrm>
              <a:off x="10898640" y="-8640"/>
              <a:ext cx="1288800" cy="6865200"/>
            </a:xfrm>
            <a:custGeom>
              <a:avLst/>
              <a:gdLst>
                <a:gd name="textAreaLeft" fmla="*/ 0 w 1288800"/>
                <a:gd name="textAreaRight" fmla="*/ 1290240 w 12888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" name="Rectangle 29"/>
            <p:cNvSpPr/>
            <p:nvPr/>
          </p:nvSpPr>
          <p:spPr>
            <a:xfrm>
              <a:off x="10938960" y="-8640"/>
              <a:ext cx="1248480" cy="6865200"/>
            </a:xfrm>
            <a:custGeom>
              <a:avLst/>
              <a:gdLst>
                <a:gd name="textAreaLeft" fmla="*/ 0 w 1248480"/>
                <a:gd name="textAreaRight" fmla="*/ 1249920 w 124848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" name="Isosceles Triangle 27"/>
            <p:cNvSpPr/>
            <p:nvPr/>
          </p:nvSpPr>
          <p:spPr>
            <a:xfrm>
              <a:off x="10371600" y="3589920"/>
              <a:ext cx="1815840" cy="326664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" name="Isosceles Triangle 28"/>
            <p:cNvSpPr/>
            <p:nvPr/>
          </p:nvSpPr>
          <p:spPr>
            <a:xfrm>
              <a:off x="0" y="4013280"/>
              <a:ext cx="447120" cy="284328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931320" y="609480"/>
            <a:ext cx="8092800" cy="302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4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677160" y="4013280"/>
            <a:ext cx="8595360" cy="5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2400" b="0" u="none" strike="noStrike">
              <a:solidFill>
                <a:schemeClr val="dk1">
                  <a:lumMod val="50000"/>
                  <a:lumOff val="50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body"/>
          </p:nvPr>
        </p:nvSpPr>
        <p:spPr>
          <a:xfrm>
            <a:off x="677160" y="4527360"/>
            <a:ext cx="8595360" cy="1512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50000"/>
                  <a:lumOff val="50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30" name="PlaceHolder 4"/>
          <p:cNvSpPr>
            <a:spLocks noGrp="1"/>
          </p:cNvSpPr>
          <p:nvPr>
            <p:ph type="dt" idx="19"/>
          </p:nvPr>
        </p:nvSpPr>
        <p:spPr>
          <a:xfrm>
            <a:off x="7205040" y="6041520"/>
            <a:ext cx="9104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PlaceHolder 5"/>
          <p:cNvSpPr>
            <a:spLocks noGrp="1"/>
          </p:cNvSpPr>
          <p:nvPr>
            <p:ph type="ftr" idx="20"/>
          </p:nvPr>
        </p:nvSpPr>
        <p:spPr>
          <a:xfrm>
            <a:off x="677160" y="6041520"/>
            <a:ext cx="6296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PlaceHolder 6"/>
          <p:cNvSpPr>
            <a:spLocks noGrp="1"/>
          </p:cNvSpPr>
          <p:nvPr>
            <p:ph type="sldNum" idx="21"/>
          </p:nvPr>
        </p:nvSpPr>
        <p:spPr>
          <a:xfrm>
            <a:off x="8590680" y="6041520"/>
            <a:ext cx="6818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EE6FABF-04F5-494B-BDAD-85E815DA585D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TextBox 23"/>
          <p:cNvSpPr/>
          <p:nvPr/>
        </p:nvSpPr>
        <p:spPr>
          <a:xfrm>
            <a:off x="541800" y="790200"/>
            <a:ext cx="608040" cy="58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</a:rPr>
              <a:t>“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24"/>
          <p:cNvSpPr/>
          <p:nvPr/>
        </p:nvSpPr>
        <p:spPr>
          <a:xfrm>
            <a:off x="8893080" y="2886480"/>
            <a:ext cx="608040" cy="58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</a:rPr>
              <a:t>”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rue or Fal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" name="Group 6"/>
          <p:cNvGrpSpPr/>
          <p:nvPr/>
        </p:nvGrpSpPr>
        <p:grpSpPr>
          <a:xfrm>
            <a:off x="0" y="-8640"/>
            <a:ext cx="12190680" cy="6867720"/>
            <a:chOff x="0" y="-8640"/>
            <a:chExt cx="12190680" cy="6867720"/>
          </a:xfrm>
        </p:grpSpPr>
        <p:cxnSp>
          <p:nvCxnSpPr>
            <p:cNvPr id="136" name="Straight Connector 19"/>
            <p:cNvCxnSpPr/>
            <p:nvPr/>
          </p:nvCxnSpPr>
          <p:spPr>
            <a:xfrm>
              <a:off x="9370800" y="0"/>
              <a:ext cx="1220760" cy="685944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137" name="Straight Connector 20"/>
            <p:cNvCxnSpPr/>
            <p:nvPr/>
          </p:nvCxnSpPr>
          <p:spPr>
            <a:xfrm flipH="1">
              <a:off x="7425000" y="3681360"/>
              <a:ext cx="4764960" cy="317808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138" name="Rectangle 23"/>
            <p:cNvSpPr/>
            <p:nvPr/>
          </p:nvSpPr>
          <p:spPr>
            <a:xfrm>
              <a:off x="9181440" y="-8640"/>
              <a:ext cx="3006000" cy="6865200"/>
            </a:xfrm>
            <a:custGeom>
              <a:avLst/>
              <a:gdLst>
                <a:gd name="textAreaLeft" fmla="*/ 0 w 3006000"/>
                <a:gd name="textAreaRight" fmla="*/ 3007440 w 3006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9" name="Rectangle 25"/>
            <p:cNvSpPr/>
            <p:nvPr/>
          </p:nvSpPr>
          <p:spPr>
            <a:xfrm>
              <a:off x="9603360" y="-8640"/>
              <a:ext cx="2586960" cy="6865200"/>
            </a:xfrm>
            <a:custGeom>
              <a:avLst/>
              <a:gdLst>
                <a:gd name="textAreaLeft" fmla="*/ 0 w 2586960"/>
                <a:gd name="textAreaRight" fmla="*/ 2588400 w 258696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0" name="Isosceles Triangle 23"/>
            <p:cNvSpPr/>
            <p:nvPr/>
          </p:nvSpPr>
          <p:spPr>
            <a:xfrm>
              <a:off x="8932320" y="3048120"/>
              <a:ext cx="3258360" cy="380844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1" name="Rectangle 27"/>
            <p:cNvSpPr/>
            <p:nvPr/>
          </p:nvSpPr>
          <p:spPr>
            <a:xfrm>
              <a:off x="9334440" y="-8640"/>
              <a:ext cx="2853000" cy="6865200"/>
            </a:xfrm>
            <a:custGeom>
              <a:avLst/>
              <a:gdLst>
                <a:gd name="textAreaLeft" fmla="*/ 0 w 2853000"/>
                <a:gd name="textAreaRight" fmla="*/ 2854440 w 2853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2" name="Rectangle 28"/>
            <p:cNvSpPr/>
            <p:nvPr/>
          </p:nvSpPr>
          <p:spPr>
            <a:xfrm>
              <a:off x="10898640" y="-8640"/>
              <a:ext cx="1288800" cy="6865200"/>
            </a:xfrm>
            <a:custGeom>
              <a:avLst/>
              <a:gdLst>
                <a:gd name="textAreaLeft" fmla="*/ 0 w 1288800"/>
                <a:gd name="textAreaRight" fmla="*/ 1290240 w 12888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" name="Rectangle 29"/>
            <p:cNvSpPr/>
            <p:nvPr/>
          </p:nvSpPr>
          <p:spPr>
            <a:xfrm>
              <a:off x="10938960" y="-8640"/>
              <a:ext cx="1248480" cy="6865200"/>
            </a:xfrm>
            <a:custGeom>
              <a:avLst/>
              <a:gdLst>
                <a:gd name="textAreaLeft" fmla="*/ 0 w 1248480"/>
                <a:gd name="textAreaRight" fmla="*/ 1249920 w 124848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" name="Isosceles Triangle 27"/>
            <p:cNvSpPr/>
            <p:nvPr/>
          </p:nvSpPr>
          <p:spPr>
            <a:xfrm>
              <a:off x="10371600" y="3589920"/>
              <a:ext cx="1815840" cy="326664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" name="Isosceles Triangle 28"/>
            <p:cNvSpPr/>
            <p:nvPr/>
          </p:nvSpPr>
          <p:spPr>
            <a:xfrm>
              <a:off x="0" y="4013280"/>
              <a:ext cx="447120" cy="284328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685800" y="609480"/>
            <a:ext cx="8586720" cy="302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4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77160" y="4013280"/>
            <a:ext cx="8595360" cy="5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2400" b="0" u="none" strike="noStrike">
              <a:solidFill>
                <a:schemeClr val="dk1">
                  <a:lumMod val="50000"/>
                  <a:lumOff val="50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body"/>
          </p:nvPr>
        </p:nvSpPr>
        <p:spPr>
          <a:xfrm>
            <a:off x="677160" y="4527360"/>
            <a:ext cx="8595360" cy="1512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50000"/>
                  <a:lumOff val="50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49" name="PlaceHolder 4"/>
          <p:cNvSpPr>
            <a:spLocks noGrp="1"/>
          </p:cNvSpPr>
          <p:nvPr>
            <p:ph type="dt" idx="22"/>
          </p:nvPr>
        </p:nvSpPr>
        <p:spPr>
          <a:xfrm>
            <a:off x="7205040" y="6041520"/>
            <a:ext cx="9104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PlaceHolder 5"/>
          <p:cNvSpPr>
            <a:spLocks noGrp="1"/>
          </p:cNvSpPr>
          <p:nvPr>
            <p:ph type="ftr" idx="23"/>
          </p:nvPr>
        </p:nvSpPr>
        <p:spPr>
          <a:xfrm>
            <a:off x="677160" y="6041520"/>
            <a:ext cx="6296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PlaceHolder 6"/>
          <p:cNvSpPr>
            <a:spLocks noGrp="1"/>
          </p:cNvSpPr>
          <p:nvPr>
            <p:ph type="sldNum" idx="24"/>
          </p:nvPr>
        </p:nvSpPr>
        <p:spPr>
          <a:xfrm>
            <a:off x="8590680" y="6041520"/>
            <a:ext cx="6818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100E966-EA67-432A-9E41-F87FD22BD1CC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2" name="Group 6"/>
          <p:cNvGrpSpPr/>
          <p:nvPr/>
        </p:nvGrpSpPr>
        <p:grpSpPr>
          <a:xfrm>
            <a:off x="0" y="-8640"/>
            <a:ext cx="12190680" cy="6867720"/>
            <a:chOff x="0" y="-8640"/>
            <a:chExt cx="12190680" cy="6867720"/>
          </a:xfrm>
        </p:grpSpPr>
        <p:cxnSp>
          <p:nvCxnSpPr>
            <p:cNvPr id="153" name="Straight Connector 19"/>
            <p:cNvCxnSpPr/>
            <p:nvPr/>
          </p:nvCxnSpPr>
          <p:spPr>
            <a:xfrm>
              <a:off x="9370800" y="0"/>
              <a:ext cx="1220760" cy="685944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154" name="Straight Connector 20"/>
            <p:cNvCxnSpPr/>
            <p:nvPr/>
          </p:nvCxnSpPr>
          <p:spPr>
            <a:xfrm flipH="1">
              <a:off x="7425000" y="3681360"/>
              <a:ext cx="4764960" cy="317808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155" name="Rectangle 23"/>
            <p:cNvSpPr/>
            <p:nvPr/>
          </p:nvSpPr>
          <p:spPr>
            <a:xfrm>
              <a:off x="9181440" y="-8640"/>
              <a:ext cx="3006000" cy="6865200"/>
            </a:xfrm>
            <a:custGeom>
              <a:avLst/>
              <a:gdLst>
                <a:gd name="textAreaLeft" fmla="*/ 0 w 3006000"/>
                <a:gd name="textAreaRight" fmla="*/ 3007440 w 3006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6" name="Rectangle 25"/>
            <p:cNvSpPr/>
            <p:nvPr/>
          </p:nvSpPr>
          <p:spPr>
            <a:xfrm>
              <a:off x="9603360" y="-8640"/>
              <a:ext cx="2586960" cy="6865200"/>
            </a:xfrm>
            <a:custGeom>
              <a:avLst/>
              <a:gdLst>
                <a:gd name="textAreaLeft" fmla="*/ 0 w 2586960"/>
                <a:gd name="textAreaRight" fmla="*/ 2588400 w 258696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7" name="Isosceles Triangle 23"/>
            <p:cNvSpPr/>
            <p:nvPr/>
          </p:nvSpPr>
          <p:spPr>
            <a:xfrm>
              <a:off x="8932320" y="3048120"/>
              <a:ext cx="3258360" cy="380844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8" name="Rectangle 27"/>
            <p:cNvSpPr/>
            <p:nvPr/>
          </p:nvSpPr>
          <p:spPr>
            <a:xfrm>
              <a:off x="9334440" y="-8640"/>
              <a:ext cx="2853000" cy="6865200"/>
            </a:xfrm>
            <a:custGeom>
              <a:avLst/>
              <a:gdLst>
                <a:gd name="textAreaLeft" fmla="*/ 0 w 2853000"/>
                <a:gd name="textAreaRight" fmla="*/ 2854440 w 2853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Rectangle 28"/>
            <p:cNvSpPr/>
            <p:nvPr/>
          </p:nvSpPr>
          <p:spPr>
            <a:xfrm>
              <a:off x="10898640" y="-8640"/>
              <a:ext cx="1288800" cy="6865200"/>
            </a:xfrm>
            <a:custGeom>
              <a:avLst/>
              <a:gdLst>
                <a:gd name="textAreaLeft" fmla="*/ 0 w 1288800"/>
                <a:gd name="textAreaRight" fmla="*/ 1290240 w 12888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0" name="Rectangle 29"/>
            <p:cNvSpPr/>
            <p:nvPr/>
          </p:nvSpPr>
          <p:spPr>
            <a:xfrm>
              <a:off x="10938960" y="-8640"/>
              <a:ext cx="1248480" cy="6865200"/>
            </a:xfrm>
            <a:custGeom>
              <a:avLst/>
              <a:gdLst>
                <a:gd name="textAreaLeft" fmla="*/ 0 w 1248480"/>
                <a:gd name="textAreaRight" fmla="*/ 1249920 w 124848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1" name="Isosceles Triangle 27"/>
            <p:cNvSpPr/>
            <p:nvPr/>
          </p:nvSpPr>
          <p:spPr>
            <a:xfrm>
              <a:off x="10371600" y="3589920"/>
              <a:ext cx="1815840" cy="326664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2" name="Isosceles Triangle 28"/>
            <p:cNvSpPr/>
            <p:nvPr/>
          </p:nvSpPr>
          <p:spPr>
            <a:xfrm>
              <a:off x="0" y="4013280"/>
              <a:ext cx="447120" cy="284328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5360" cy="131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8595360" cy="387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dt" idx="25"/>
          </p:nvPr>
        </p:nvSpPr>
        <p:spPr>
          <a:xfrm>
            <a:off x="7205040" y="6041520"/>
            <a:ext cx="9104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PlaceHolder 4"/>
          <p:cNvSpPr>
            <a:spLocks noGrp="1"/>
          </p:cNvSpPr>
          <p:nvPr>
            <p:ph type="ftr" idx="26"/>
          </p:nvPr>
        </p:nvSpPr>
        <p:spPr>
          <a:xfrm>
            <a:off x="677160" y="6041520"/>
            <a:ext cx="6296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PlaceHolder 5"/>
          <p:cNvSpPr>
            <a:spLocks noGrp="1"/>
          </p:cNvSpPr>
          <p:nvPr>
            <p:ph type="sldNum" idx="27"/>
          </p:nvPr>
        </p:nvSpPr>
        <p:spPr>
          <a:xfrm>
            <a:off x="8590680" y="6041520"/>
            <a:ext cx="6818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F1B594D-ADC2-4E95-BF92-E3CC44B14608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Group 6"/>
          <p:cNvGrpSpPr/>
          <p:nvPr/>
        </p:nvGrpSpPr>
        <p:grpSpPr>
          <a:xfrm>
            <a:off x="0" y="-8640"/>
            <a:ext cx="12190680" cy="6867720"/>
            <a:chOff x="0" y="-8640"/>
            <a:chExt cx="12190680" cy="6867720"/>
          </a:xfrm>
        </p:grpSpPr>
        <p:cxnSp>
          <p:nvCxnSpPr>
            <p:cNvPr id="169" name="Straight Connector 19"/>
            <p:cNvCxnSpPr/>
            <p:nvPr/>
          </p:nvCxnSpPr>
          <p:spPr>
            <a:xfrm>
              <a:off x="9370800" y="0"/>
              <a:ext cx="1220760" cy="685944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170" name="Straight Connector 20"/>
            <p:cNvCxnSpPr/>
            <p:nvPr/>
          </p:nvCxnSpPr>
          <p:spPr>
            <a:xfrm flipH="1">
              <a:off x="7425000" y="3681360"/>
              <a:ext cx="4764960" cy="317808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171" name="Rectangle 23"/>
            <p:cNvSpPr/>
            <p:nvPr/>
          </p:nvSpPr>
          <p:spPr>
            <a:xfrm>
              <a:off x="9181440" y="-8640"/>
              <a:ext cx="3006000" cy="6865200"/>
            </a:xfrm>
            <a:custGeom>
              <a:avLst/>
              <a:gdLst>
                <a:gd name="textAreaLeft" fmla="*/ 0 w 3006000"/>
                <a:gd name="textAreaRight" fmla="*/ 3007440 w 3006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2" name="Rectangle 25"/>
            <p:cNvSpPr/>
            <p:nvPr/>
          </p:nvSpPr>
          <p:spPr>
            <a:xfrm>
              <a:off x="9603360" y="-8640"/>
              <a:ext cx="2586960" cy="6865200"/>
            </a:xfrm>
            <a:custGeom>
              <a:avLst/>
              <a:gdLst>
                <a:gd name="textAreaLeft" fmla="*/ 0 w 2586960"/>
                <a:gd name="textAreaRight" fmla="*/ 2588400 w 258696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3" name="Isosceles Triangle 23"/>
            <p:cNvSpPr/>
            <p:nvPr/>
          </p:nvSpPr>
          <p:spPr>
            <a:xfrm>
              <a:off x="8932320" y="3048120"/>
              <a:ext cx="3258360" cy="380844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4" name="Rectangle 27"/>
            <p:cNvSpPr/>
            <p:nvPr/>
          </p:nvSpPr>
          <p:spPr>
            <a:xfrm>
              <a:off x="9334440" y="-8640"/>
              <a:ext cx="2853000" cy="6865200"/>
            </a:xfrm>
            <a:custGeom>
              <a:avLst/>
              <a:gdLst>
                <a:gd name="textAreaLeft" fmla="*/ 0 w 2853000"/>
                <a:gd name="textAreaRight" fmla="*/ 2854440 w 2853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5" name="Rectangle 28"/>
            <p:cNvSpPr/>
            <p:nvPr/>
          </p:nvSpPr>
          <p:spPr>
            <a:xfrm>
              <a:off x="10898640" y="-8640"/>
              <a:ext cx="1288800" cy="6865200"/>
            </a:xfrm>
            <a:custGeom>
              <a:avLst/>
              <a:gdLst>
                <a:gd name="textAreaLeft" fmla="*/ 0 w 1288800"/>
                <a:gd name="textAreaRight" fmla="*/ 1290240 w 12888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6" name="Rectangle 29"/>
            <p:cNvSpPr/>
            <p:nvPr/>
          </p:nvSpPr>
          <p:spPr>
            <a:xfrm>
              <a:off x="10938960" y="-8640"/>
              <a:ext cx="1248480" cy="6865200"/>
            </a:xfrm>
            <a:custGeom>
              <a:avLst/>
              <a:gdLst>
                <a:gd name="textAreaLeft" fmla="*/ 0 w 1248480"/>
                <a:gd name="textAreaRight" fmla="*/ 1249920 w 124848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7" name="Isosceles Triangle 27"/>
            <p:cNvSpPr/>
            <p:nvPr/>
          </p:nvSpPr>
          <p:spPr>
            <a:xfrm>
              <a:off x="10371600" y="3589920"/>
              <a:ext cx="1815840" cy="326664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8" name="Isosceles Triangle 28"/>
            <p:cNvSpPr/>
            <p:nvPr/>
          </p:nvSpPr>
          <p:spPr>
            <a:xfrm>
              <a:off x="0" y="4013280"/>
              <a:ext cx="447120" cy="284328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7967520" y="609480"/>
            <a:ext cx="1303200" cy="524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677160" y="609480"/>
            <a:ext cx="7058880" cy="524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dt" idx="28"/>
          </p:nvPr>
        </p:nvSpPr>
        <p:spPr>
          <a:xfrm>
            <a:off x="7205040" y="6041520"/>
            <a:ext cx="9104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 type="ftr" idx="29"/>
          </p:nvPr>
        </p:nvSpPr>
        <p:spPr>
          <a:xfrm>
            <a:off x="677160" y="6041520"/>
            <a:ext cx="6296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PlaceHolder 5"/>
          <p:cNvSpPr>
            <a:spLocks noGrp="1"/>
          </p:cNvSpPr>
          <p:nvPr>
            <p:ph type="sldNum" idx="30"/>
          </p:nvPr>
        </p:nvSpPr>
        <p:spPr>
          <a:xfrm>
            <a:off x="8590680" y="6041520"/>
            <a:ext cx="6818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8526254-680D-4A10-83B4-DC61DA77AE52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" name="Group 6"/>
          <p:cNvGrpSpPr/>
          <p:nvPr/>
        </p:nvGrpSpPr>
        <p:grpSpPr>
          <a:xfrm>
            <a:off x="0" y="-8640"/>
            <a:ext cx="12190680" cy="6867720"/>
            <a:chOff x="0" y="-8640"/>
            <a:chExt cx="12190680" cy="6867720"/>
          </a:xfrm>
        </p:grpSpPr>
        <p:cxnSp>
          <p:nvCxnSpPr>
            <p:cNvPr id="185" name="Straight Connector 19"/>
            <p:cNvCxnSpPr/>
            <p:nvPr/>
          </p:nvCxnSpPr>
          <p:spPr>
            <a:xfrm>
              <a:off x="9370800" y="0"/>
              <a:ext cx="1220760" cy="685944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186" name="Straight Connector 20"/>
            <p:cNvCxnSpPr/>
            <p:nvPr/>
          </p:nvCxnSpPr>
          <p:spPr>
            <a:xfrm flipH="1">
              <a:off x="7425000" y="3681360"/>
              <a:ext cx="4764960" cy="317808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187" name="Rectangle 23"/>
            <p:cNvSpPr/>
            <p:nvPr/>
          </p:nvSpPr>
          <p:spPr>
            <a:xfrm>
              <a:off x="9181440" y="-8640"/>
              <a:ext cx="3006000" cy="6865200"/>
            </a:xfrm>
            <a:custGeom>
              <a:avLst/>
              <a:gdLst>
                <a:gd name="textAreaLeft" fmla="*/ 0 w 3006000"/>
                <a:gd name="textAreaRight" fmla="*/ 3007440 w 3006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8" name="Rectangle 25"/>
            <p:cNvSpPr/>
            <p:nvPr/>
          </p:nvSpPr>
          <p:spPr>
            <a:xfrm>
              <a:off x="9603360" y="-8640"/>
              <a:ext cx="2586960" cy="6865200"/>
            </a:xfrm>
            <a:custGeom>
              <a:avLst/>
              <a:gdLst>
                <a:gd name="textAreaLeft" fmla="*/ 0 w 2586960"/>
                <a:gd name="textAreaRight" fmla="*/ 2588400 w 258696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9" name="Isosceles Triangle 23"/>
            <p:cNvSpPr/>
            <p:nvPr/>
          </p:nvSpPr>
          <p:spPr>
            <a:xfrm>
              <a:off x="8932320" y="3048120"/>
              <a:ext cx="3258360" cy="380844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0" name="Rectangle 27"/>
            <p:cNvSpPr/>
            <p:nvPr/>
          </p:nvSpPr>
          <p:spPr>
            <a:xfrm>
              <a:off x="9334440" y="-8640"/>
              <a:ext cx="2853000" cy="6865200"/>
            </a:xfrm>
            <a:custGeom>
              <a:avLst/>
              <a:gdLst>
                <a:gd name="textAreaLeft" fmla="*/ 0 w 2853000"/>
                <a:gd name="textAreaRight" fmla="*/ 2854440 w 2853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1" name="Rectangle 28"/>
            <p:cNvSpPr/>
            <p:nvPr/>
          </p:nvSpPr>
          <p:spPr>
            <a:xfrm>
              <a:off x="10898640" y="-8640"/>
              <a:ext cx="1288800" cy="6865200"/>
            </a:xfrm>
            <a:custGeom>
              <a:avLst/>
              <a:gdLst>
                <a:gd name="textAreaLeft" fmla="*/ 0 w 1288800"/>
                <a:gd name="textAreaRight" fmla="*/ 1290240 w 12888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2" name="Rectangle 29"/>
            <p:cNvSpPr/>
            <p:nvPr/>
          </p:nvSpPr>
          <p:spPr>
            <a:xfrm>
              <a:off x="10938960" y="-8640"/>
              <a:ext cx="1248480" cy="6865200"/>
            </a:xfrm>
            <a:custGeom>
              <a:avLst/>
              <a:gdLst>
                <a:gd name="textAreaLeft" fmla="*/ 0 w 1248480"/>
                <a:gd name="textAreaRight" fmla="*/ 1249920 w 124848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3" name="Isosceles Triangle 27"/>
            <p:cNvSpPr/>
            <p:nvPr/>
          </p:nvSpPr>
          <p:spPr>
            <a:xfrm>
              <a:off x="10371600" y="3589920"/>
              <a:ext cx="1815840" cy="326664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4" name="Isosceles Triangle 28"/>
            <p:cNvSpPr/>
            <p:nvPr/>
          </p:nvSpPr>
          <p:spPr>
            <a:xfrm>
              <a:off x="0" y="4013280"/>
              <a:ext cx="447120" cy="284328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677160" y="2700720"/>
            <a:ext cx="8595360" cy="18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0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77160" y="4527360"/>
            <a:ext cx="8595360" cy="858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2000" b="0" u="none" strike="noStrike">
              <a:solidFill>
                <a:schemeClr val="dk1">
                  <a:lumMod val="50000"/>
                  <a:lumOff val="50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dt" idx="31"/>
          </p:nvPr>
        </p:nvSpPr>
        <p:spPr>
          <a:xfrm>
            <a:off x="7205040" y="6041520"/>
            <a:ext cx="9104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 type="ftr" idx="32"/>
          </p:nvPr>
        </p:nvSpPr>
        <p:spPr>
          <a:xfrm>
            <a:off x="677160" y="6041520"/>
            <a:ext cx="6296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 type="sldNum" idx="33"/>
          </p:nvPr>
        </p:nvSpPr>
        <p:spPr>
          <a:xfrm>
            <a:off x="8590680" y="6041520"/>
            <a:ext cx="6818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212EE2E-BA18-413B-A785-41CF40ADD7BA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0" name="Group 6"/>
          <p:cNvGrpSpPr/>
          <p:nvPr/>
        </p:nvGrpSpPr>
        <p:grpSpPr>
          <a:xfrm>
            <a:off x="0" y="-8640"/>
            <a:ext cx="12190680" cy="6867720"/>
            <a:chOff x="0" y="-8640"/>
            <a:chExt cx="12190680" cy="6867720"/>
          </a:xfrm>
        </p:grpSpPr>
        <p:cxnSp>
          <p:nvCxnSpPr>
            <p:cNvPr id="201" name="Straight Connector 19"/>
            <p:cNvCxnSpPr/>
            <p:nvPr/>
          </p:nvCxnSpPr>
          <p:spPr>
            <a:xfrm>
              <a:off x="9370800" y="0"/>
              <a:ext cx="1220760" cy="685944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202" name="Straight Connector 20"/>
            <p:cNvCxnSpPr/>
            <p:nvPr/>
          </p:nvCxnSpPr>
          <p:spPr>
            <a:xfrm flipH="1">
              <a:off x="7425000" y="3681360"/>
              <a:ext cx="4764960" cy="317808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203" name="Rectangle 23"/>
            <p:cNvSpPr/>
            <p:nvPr/>
          </p:nvSpPr>
          <p:spPr>
            <a:xfrm>
              <a:off x="9181440" y="-8640"/>
              <a:ext cx="3006000" cy="6865200"/>
            </a:xfrm>
            <a:custGeom>
              <a:avLst/>
              <a:gdLst>
                <a:gd name="textAreaLeft" fmla="*/ 0 w 3006000"/>
                <a:gd name="textAreaRight" fmla="*/ 3007440 w 3006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4" name="Rectangle 25"/>
            <p:cNvSpPr/>
            <p:nvPr/>
          </p:nvSpPr>
          <p:spPr>
            <a:xfrm>
              <a:off x="9603360" y="-8640"/>
              <a:ext cx="2586960" cy="6865200"/>
            </a:xfrm>
            <a:custGeom>
              <a:avLst/>
              <a:gdLst>
                <a:gd name="textAreaLeft" fmla="*/ 0 w 2586960"/>
                <a:gd name="textAreaRight" fmla="*/ 2588400 w 258696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5" name="Isosceles Triangle 23"/>
            <p:cNvSpPr/>
            <p:nvPr/>
          </p:nvSpPr>
          <p:spPr>
            <a:xfrm>
              <a:off x="8932320" y="3048120"/>
              <a:ext cx="3258360" cy="380844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6" name="Rectangle 27"/>
            <p:cNvSpPr/>
            <p:nvPr/>
          </p:nvSpPr>
          <p:spPr>
            <a:xfrm>
              <a:off x="9334440" y="-8640"/>
              <a:ext cx="2853000" cy="6865200"/>
            </a:xfrm>
            <a:custGeom>
              <a:avLst/>
              <a:gdLst>
                <a:gd name="textAreaLeft" fmla="*/ 0 w 2853000"/>
                <a:gd name="textAreaRight" fmla="*/ 2854440 w 2853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7" name="Rectangle 28"/>
            <p:cNvSpPr/>
            <p:nvPr/>
          </p:nvSpPr>
          <p:spPr>
            <a:xfrm>
              <a:off x="10898640" y="-8640"/>
              <a:ext cx="1288800" cy="6865200"/>
            </a:xfrm>
            <a:custGeom>
              <a:avLst/>
              <a:gdLst>
                <a:gd name="textAreaLeft" fmla="*/ 0 w 1288800"/>
                <a:gd name="textAreaRight" fmla="*/ 1290240 w 12888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8" name="Rectangle 29"/>
            <p:cNvSpPr/>
            <p:nvPr/>
          </p:nvSpPr>
          <p:spPr>
            <a:xfrm>
              <a:off x="10938960" y="-8640"/>
              <a:ext cx="1248480" cy="6865200"/>
            </a:xfrm>
            <a:custGeom>
              <a:avLst/>
              <a:gdLst>
                <a:gd name="textAreaLeft" fmla="*/ 0 w 1248480"/>
                <a:gd name="textAreaRight" fmla="*/ 1249920 w 124848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9" name="Isosceles Triangle 27"/>
            <p:cNvSpPr/>
            <p:nvPr/>
          </p:nvSpPr>
          <p:spPr>
            <a:xfrm>
              <a:off x="10371600" y="3589920"/>
              <a:ext cx="1815840" cy="326664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0" name="Isosceles Triangle 28"/>
            <p:cNvSpPr/>
            <p:nvPr/>
          </p:nvSpPr>
          <p:spPr>
            <a:xfrm>
              <a:off x="0" y="4013280"/>
              <a:ext cx="447120" cy="284328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5360" cy="131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4182480" cy="387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 type="body"/>
          </p:nvPr>
        </p:nvSpPr>
        <p:spPr>
          <a:xfrm>
            <a:off x="5090040" y="2160720"/>
            <a:ext cx="4182480" cy="387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14" name="PlaceHolder 4"/>
          <p:cNvSpPr>
            <a:spLocks noGrp="1"/>
          </p:cNvSpPr>
          <p:nvPr>
            <p:ph type="dt" idx="34"/>
          </p:nvPr>
        </p:nvSpPr>
        <p:spPr>
          <a:xfrm>
            <a:off x="7205040" y="6041520"/>
            <a:ext cx="9104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PlaceHolder 5"/>
          <p:cNvSpPr>
            <a:spLocks noGrp="1"/>
          </p:cNvSpPr>
          <p:nvPr>
            <p:ph type="ftr" idx="35"/>
          </p:nvPr>
        </p:nvSpPr>
        <p:spPr>
          <a:xfrm>
            <a:off x="677160" y="6041520"/>
            <a:ext cx="6296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PlaceHolder 6"/>
          <p:cNvSpPr>
            <a:spLocks noGrp="1"/>
          </p:cNvSpPr>
          <p:nvPr>
            <p:ph type="sldNum" idx="36"/>
          </p:nvPr>
        </p:nvSpPr>
        <p:spPr>
          <a:xfrm>
            <a:off x="8590680" y="6041520"/>
            <a:ext cx="6818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6886D43-F9D5-4442-8723-587AA4623176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7" name="Group 6"/>
          <p:cNvGrpSpPr/>
          <p:nvPr/>
        </p:nvGrpSpPr>
        <p:grpSpPr>
          <a:xfrm>
            <a:off x="0" y="-8640"/>
            <a:ext cx="12190680" cy="6867720"/>
            <a:chOff x="0" y="-8640"/>
            <a:chExt cx="12190680" cy="6867720"/>
          </a:xfrm>
        </p:grpSpPr>
        <p:cxnSp>
          <p:nvCxnSpPr>
            <p:cNvPr id="218" name="Straight Connector 19"/>
            <p:cNvCxnSpPr/>
            <p:nvPr/>
          </p:nvCxnSpPr>
          <p:spPr>
            <a:xfrm>
              <a:off x="9370800" y="0"/>
              <a:ext cx="1220760" cy="685944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219" name="Straight Connector 20"/>
            <p:cNvCxnSpPr/>
            <p:nvPr/>
          </p:nvCxnSpPr>
          <p:spPr>
            <a:xfrm flipH="1">
              <a:off x="7425000" y="3681360"/>
              <a:ext cx="4764960" cy="317808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220" name="Rectangle 23"/>
            <p:cNvSpPr/>
            <p:nvPr/>
          </p:nvSpPr>
          <p:spPr>
            <a:xfrm>
              <a:off x="9181440" y="-8640"/>
              <a:ext cx="3006000" cy="6865200"/>
            </a:xfrm>
            <a:custGeom>
              <a:avLst/>
              <a:gdLst>
                <a:gd name="textAreaLeft" fmla="*/ 0 w 3006000"/>
                <a:gd name="textAreaRight" fmla="*/ 3007440 w 3006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1" name="Rectangle 25"/>
            <p:cNvSpPr/>
            <p:nvPr/>
          </p:nvSpPr>
          <p:spPr>
            <a:xfrm>
              <a:off x="9603360" y="-8640"/>
              <a:ext cx="2586960" cy="6865200"/>
            </a:xfrm>
            <a:custGeom>
              <a:avLst/>
              <a:gdLst>
                <a:gd name="textAreaLeft" fmla="*/ 0 w 2586960"/>
                <a:gd name="textAreaRight" fmla="*/ 2588400 w 258696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2" name="Isosceles Triangle 23"/>
            <p:cNvSpPr/>
            <p:nvPr/>
          </p:nvSpPr>
          <p:spPr>
            <a:xfrm>
              <a:off x="8932320" y="3048120"/>
              <a:ext cx="3258360" cy="380844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3" name="Rectangle 27"/>
            <p:cNvSpPr/>
            <p:nvPr/>
          </p:nvSpPr>
          <p:spPr>
            <a:xfrm>
              <a:off x="9334440" y="-8640"/>
              <a:ext cx="2853000" cy="6865200"/>
            </a:xfrm>
            <a:custGeom>
              <a:avLst/>
              <a:gdLst>
                <a:gd name="textAreaLeft" fmla="*/ 0 w 2853000"/>
                <a:gd name="textAreaRight" fmla="*/ 2854440 w 2853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4" name="Rectangle 28"/>
            <p:cNvSpPr/>
            <p:nvPr/>
          </p:nvSpPr>
          <p:spPr>
            <a:xfrm>
              <a:off x="10898640" y="-8640"/>
              <a:ext cx="1288800" cy="6865200"/>
            </a:xfrm>
            <a:custGeom>
              <a:avLst/>
              <a:gdLst>
                <a:gd name="textAreaLeft" fmla="*/ 0 w 1288800"/>
                <a:gd name="textAreaRight" fmla="*/ 1290240 w 12888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5" name="Rectangle 29"/>
            <p:cNvSpPr/>
            <p:nvPr/>
          </p:nvSpPr>
          <p:spPr>
            <a:xfrm>
              <a:off x="10938960" y="-8640"/>
              <a:ext cx="1248480" cy="6865200"/>
            </a:xfrm>
            <a:custGeom>
              <a:avLst/>
              <a:gdLst>
                <a:gd name="textAreaLeft" fmla="*/ 0 w 1248480"/>
                <a:gd name="textAreaRight" fmla="*/ 1249920 w 124848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6" name="Isosceles Triangle 27"/>
            <p:cNvSpPr/>
            <p:nvPr/>
          </p:nvSpPr>
          <p:spPr>
            <a:xfrm>
              <a:off x="10371600" y="3589920"/>
              <a:ext cx="1815840" cy="326664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7" name="Isosceles Triangle 28"/>
            <p:cNvSpPr/>
            <p:nvPr/>
          </p:nvSpPr>
          <p:spPr>
            <a:xfrm>
              <a:off x="0" y="4013280"/>
              <a:ext cx="447120" cy="284328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5360" cy="131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 type="body"/>
          </p:nvPr>
        </p:nvSpPr>
        <p:spPr>
          <a:xfrm>
            <a:off x="675720" y="2161080"/>
            <a:ext cx="4184280" cy="574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2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body"/>
          </p:nvPr>
        </p:nvSpPr>
        <p:spPr>
          <a:xfrm>
            <a:off x="675720" y="2737080"/>
            <a:ext cx="4184280" cy="330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31" name="PlaceHolder 4"/>
          <p:cNvSpPr>
            <a:spLocks noGrp="1"/>
          </p:cNvSpPr>
          <p:nvPr>
            <p:ph type="body"/>
          </p:nvPr>
        </p:nvSpPr>
        <p:spPr>
          <a:xfrm>
            <a:off x="5088240" y="2161080"/>
            <a:ext cx="4184280" cy="574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2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32" name="PlaceHolder 5"/>
          <p:cNvSpPr>
            <a:spLocks noGrp="1"/>
          </p:cNvSpPr>
          <p:nvPr>
            <p:ph type="body"/>
          </p:nvPr>
        </p:nvSpPr>
        <p:spPr>
          <a:xfrm>
            <a:off x="5088240" y="2737080"/>
            <a:ext cx="4184280" cy="330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33" name="PlaceHolder 6"/>
          <p:cNvSpPr>
            <a:spLocks noGrp="1"/>
          </p:cNvSpPr>
          <p:nvPr>
            <p:ph type="dt" idx="37"/>
          </p:nvPr>
        </p:nvSpPr>
        <p:spPr>
          <a:xfrm>
            <a:off x="7205040" y="6041520"/>
            <a:ext cx="9104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PlaceHolder 7"/>
          <p:cNvSpPr>
            <a:spLocks noGrp="1"/>
          </p:cNvSpPr>
          <p:nvPr>
            <p:ph type="ftr" idx="38"/>
          </p:nvPr>
        </p:nvSpPr>
        <p:spPr>
          <a:xfrm>
            <a:off x="677160" y="6041520"/>
            <a:ext cx="6296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PlaceHolder 8"/>
          <p:cNvSpPr>
            <a:spLocks noGrp="1"/>
          </p:cNvSpPr>
          <p:nvPr>
            <p:ph type="sldNum" idx="39"/>
          </p:nvPr>
        </p:nvSpPr>
        <p:spPr>
          <a:xfrm>
            <a:off x="8590680" y="6041520"/>
            <a:ext cx="6818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781B95B-570A-4F66-B460-E5CA8BBE9565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6" name="Group 6"/>
          <p:cNvGrpSpPr/>
          <p:nvPr/>
        </p:nvGrpSpPr>
        <p:grpSpPr>
          <a:xfrm>
            <a:off x="0" y="-8640"/>
            <a:ext cx="12190680" cy="6867720"/>
            <a:chOff x="0" y="-8640"/>
            <a:chExt cx="12190680" cy="6867720"/>
          </a:xfrm>
        </p:grpSpPr>
        <p:cxnSp>
          <p:nvCxnSpPr>
            <p:cNvPr id="237" name="Straight Connector 19"/>
            <p:cNvCxnSpPr/>
            <p:nvPr/>
          </p:nvCxnSpPr>
          <p:spPr>
            <a:xfrm>
              <a:off x="9370800" y="0"/>
              <a:ext cx="1220760" cy="685944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238" name="Straight Connector 20"/>
            <p:cNvCxnSpPr/>
            <p:nvPr/>
          </p:nvCxnSpPr>
          <p:spPr>
            <a:xfrm flipH="1">
              <a:off x="7425000" y="3681360"/>
              <a:ext cx="4764960" cy="317808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239" name="Rectangle 23"/>
            <p:cNvSpPr/>
            <p:nvPr/>
          </p:nvSpPr>
          <p:spPr>
            <a:xfrm>
              <a:off x="9181440" y="-8640"/>
              <a:ext cx="3006000" cy="6865200"/>
            </a:xfrm>
            <a:custGeom>
              <a:avLst/>
              <a:gdLst>
                <a:gd name="textAreaLeft" fmla="*/ 0 w 3006000"/>
                <a:gd name="textAreaRight" fmla="*/ 3007440 w 3006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0" name="Rectangle 25"/>
            <p:cNvSpPr/>
            <p:nvPr/>
          </p:nvSpPr>
          <p:spPr>
            <a:xfrm>
              <a:off x="9603360" y="-8640"/>
              <a:ext cx="2586960" cy="6865200"/>
            </a:xfrm>
            <a:custGeom>
              <a:avLst/>
              <a:gdLst>
                <a:gd name="textAreaLeft" fmla="*/ 0 w 2586960"/>
                <a:gd name="textAreaRight" fmla="*/ 2588400 w 258696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1" name="Isosceles Triangle 23"/>
            <p:cNvSpPr/>
            <p:nvPr/>
          </p:nvSpPr>
          <p:spPr>
            <a:xfrm>
              <a:off x="8932320" y="3048120"/>
              <a:ext cx="3258360" cy="380844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2" name="Rectangle 27"/>
            <p:cNvSpPr/>
            <p:nvPr/>
          </p:nvSpPr>
          <p:spPr>
            <a:xfrm>
              <a:off x="9334440" y="-8640"/>
              <a:ext cx="2853000" cy="6865200"/>
            </a:xfrm>
            <a:custGeom>
              <a:avLst/>
              <a:gdLst>
                <a:gd name="textAreaLeft" fmla="*/ 0 w 2853000"/>
                <a:gd name="textAreaRight" fmla="*/ 2854440 w 2853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3" name="Rectangle 28"/>
            <p:cNvSpPr/>
            <p:nvPr/>
          </p:nvSpPr>
          <p:spPr>
            <a:xfrm>
              <a:off x="10898640" y="-8640"/>
              <a:ext cx="1288800" cy="6865200"/>
            </a:xfrm>
            <a:custGeom>
              <a:avLst/>
              <a:gdLst>
                <a:gd name="textAreaLeft" fmla="*/ 0 w 1288800"/>
                <a:gd name="textAreaRight" fmla="*/ 1290240 w 12888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4" name="Rectangle 29"/>
            <p:cNvSpPr/>
            <p:nvPr/>
          </p:nvSpPr>
          <p:spPr>
            <a:xfrm>
              <a:off x="10938960" y="-8640"/>
              <a:ext cx="1248480" cy="6865200"/>
            </a:xfrm>
            <a:custGeom>
              <a:avLst/>
              <a:gdLst>
                <a:gd name="textAreaLeft" fmla="*/ 0 w 1248480"/>
                <a:gd name="textAreaRight" fmla="*/ 1249920 w 124848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5" name="Isosceles Triangle 27"/>
            <p:cNvSpPr/>
            <p:nvPr/>
          </p:nvSpPr>
          <p:spPr>
            <a:xfrm>
              <a:off x="10371600" y="3589920"/>
              <a:ext cx="1815840" cy="326664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6" name="Isosceles Triangle 28"/>
            <p:cNvSpPr/>
            <p:nvPr/>
          </p:nvSpPr>
          <p:spPr>
            <a:xfrm>
              <a:off x="0" y="4013280"/>
              <a:ext cx="447120" cy="284328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5360" cy="131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 type="dt" idx="40"/>
          </p:nvPr>
        </p:nvSpPr>
        <p:spPr>
          <a:xfrm>
            <a:off x="7205040" y="6041520"/>
            <a:ext cx="9104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PlaceHolder 3"/>
          <p:cNvSpPr>
            <a:spLocks noGrp="1"/>
          </p:cNvSpPr>
          <p:nvPr>
            <p:ph type="ftr" idx="41"/>
          </p:nvPr>
        </p:nvSpPr>
        <p:spPr>
          <a:xfrm>
            <a:off x="677160" y="6041520"/>
            <a:ext cx="6296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PlaceHolder 4"/>
          <p:cNvSpPr>
            <a:spLocks noGrp="1"/>
          </p:cNvSpPr>
          <p:nvPr>
            <p:ph type="sldNum" idx="42"/>
          </p:nvPr>
        </p:nvSpPr>
        <p:spPr>
          <a:xfrm>
            <a:off x="8590680" y="6041520"/>
            <a:ext cx="6818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3E4EFCA-C96F-45D1-937C-FDC3E5B349D1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1" name="Group 6"/>
          <p:cNvGrpSpPr/>
          <p:nvPr/>
        </p:nvGrpSpPr>
        <p:grpSpPr>
          <a:xfrm>
            <a:off x="0" y="-8640"/>
            <a:ext cx="12190680" cy="6867720"/>
            <a:chOff x="0" y="-8640"/>
            <a:chExt cx="12190680" cy="6867720"/>
          </a:xfrm>
        </p:grpSpPr>
        <p:cxnSp>
          <p:nvCxnSpPr>
            <p:cNvPr id="252" name="Straight Connector 19"/>
            <p:cNvCxnSpPr/>
            <p:nvPr/>
          </p:nvCxnSpPr>
          <p:spPr>
            <a:xfrm>
              <a:off x="9370800" y="0"/>
              <a:ext cx="1220760" cy="685944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253" name="Straight Connector 20"/>
            <p:cNvCxnSpPr/>
            <p:nvPr/>
          </p:nvCxnSpPr>
          <p:spPr>
            <a:xfrm flipH="1">
              <a:off x="7425000" y="3681360"/>
              <a:ext cx="4764960" cy="317808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254" name="Rectangle 23"/>
            <p:cNvSpPr/>
            <p:nvPr/>
          </p:nvSpPr>
          <p:spPr>
            <a:xfrm>
              <a:off x="9181440" y="-8640"/>
              <a:ext cx="3006000" cy="6865200"/>
            </a:xfrm>
            <a:custGeom>
              <a:avLst/>
              <a:gdLst>
                <a:gd name="textAreaLeft" fmla="*/ 0 w 3006000"/>
                <a:gd name="textAreaRight" fmla="*/ 3007440 w 3006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5" name="Rectangle 25"/>
            <p:cNvSpPr/>
            <p:nvPr/>
          </p:nvSpPr>
          <p:spPr>
            <a:xfrm>
              <a:off x="9603360" y="-8640"/>
              <a:ext cx="2586960" cy="6865200"/>
            </a:xfrm>
            <a:custGeom>
              <a:avLst/>
              <a:gdLst>
                <a:gd name="textAreaLeft" fmla="*/ 0 w 2586960"/>
                <a:gd name="textAreaRight" fmla="*/ 2588400 w 258696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6" name="Isosceles Triangle 23"/>
            <p:cNvSpPr/>
            <p:nvPr/>
          </p:nvSpPr>
          <p:spPr>
            <a:xfrm>
              <a:off x="8932320" y="3048120"/>
              <a:ext cx="3258360" cy="380844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7" name="Rectangle 27"/>
            <p:cNvSpPr/>
            <p:nvPr/>
          </p:nvSpPr>
          <p:spPr>
            <a:xfrm>
              <a:off x="9334440" y="-8640"/>
              <a:ext cx="2853000" cy="6865200"/>
            </a:xfrm>
            <a:custGeom>
              <a:avLst/>
              <a:gdLst>
                <a:gd name="textAreaLeft" fmla="*/ 0 w 2853000"/>
                <a:gd name="textAreaRight" fmla="*/ 2854440 w 2853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8" name="Rectangle 28"/>
            <p:cNvSpPr/>
            <p:nvPr/>
          </p:nvSpPr>
          <p:spPr>
            <a:xfrm>
              <a:off x="10898640" y="-8640"/>
              <a:ext cx="1288800" cy="6865200"/>
            </a:xfrm>
            <a:custGeom>
              <a:avLst/>
              <a:gdLst>
                <a:gd name="textAreaLeft" fmla="*/ 0 w 1288800"/>
                <a:gd name="textAreaRight" fmla="*/ 1290240 w 12888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9" name="Rectangle 29"/>
            <p:cNvSpPr/>
            <p:nvPr/>
          </p:nvSpPr>
          <p:spPr>
            <a:xfrm>
              <a:off x="10938960" y="-8640"/>
              <a:ext cx="1248480" cy="6865200"/>
            </a:xfrm>
            <a:custGeom>
              <a:avLst/>
              <a:gdLst>
                <a:gd name="textAreaLeft" fmla="*/ 0 w 1248480"/>
                <a:gd name="textAreaRight" fmla="*/ 1249920 w 124848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0" name="Isosceles Triangle 27"/>
            <p:cNvSpPr/>
            <p:nvPr/>
          </p:nvSpPr>
          <p:spPr>
            <a:xfrm>
              <a:off x="10371600" y="3589920"/>
              <a:ext cx="1815840" cy="326664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1" name="Isosceles Triangle 28"/>
            <p:cNvSpPr/>
            <p:nvPr/>
          </p:nvSpPr>
          <p:spPr>
            <a:xfrm>
              <a:off x="0" y="4013280"/>
              <a:ext cx="447120" cy="284328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5360" cy="131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8595360" cy="387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dt" idx="43"/>
          </p:nvPr>
        </p:nvSpPr>
        <p:spPr>
          <a:xfrm>
            <a:off x="7205040" y="6041520"/>
            <a:ext cx="9104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PlaceHolder 4"/>
          <p:cNvSpPr>
            <a:spLocks noGrp="1"/>
          </p:cNvSpPr>
          <p:nvPr>
            <p:ph type="ftr" idx="44"/>
          </p:nvPr>
        </p:nvSpPr>
        <p:spPr>
          <a:xfrm>
            <a:off x="677160" y="6041520"/>
            <a:ext cx="6296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PlaceHolder 5"/>
          <p:cNvSpPr>
            <a:spLocks noGrp="1"/>
          </p:cNvSpPr>
          <p:nvPr>
            <p:ph type="sldNum" idx="45"/>
          </p:nvPr>
        </p:nvSpPr>
        <p:spPr>
          <a:xfrm>
            <a:off x="8590680" y="6041520"/>
            <a:ext cx="6818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C2296F6-C99B-41F1-99A4-F54868CC2B97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7" name="Group 6"/>
          <p:cNvGrpSpPr/>
          <p:nvPr/>
        </p:nvGrpSpPr>
        <p:grpSpPr>
          <a:xfrm>
            <a:off x="0" y="-8640"/>
            <a:ext cx="12190680" cy="6867720"/>
            <a:chOff x="0" y="-8640"/>
            <a:chExt cx="12190680" cy="6867720"/>
          </a:xfrm>
        </p:grpSpPr>
        <p:cxnSp>
          <p:nvCxnSpPr>
            <p:cNvPr id="268" name="Straight Connector 19"/>
            <p:cNvCxnSpPr/>
            <p:nvPr/>
          </p:nvCxnSpPr>
          <p:spPr>
            <a:xfrm>
              <a:off x="9370800" y="0"/>
              <a:ext cx="1220760" cy="685944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269" name="Straight Connector 20"/>
            <p:cNvCxnSpPr/>
            <p:nvPr/>
          </p:nvCxnSpPr>
          <p:spPr>
            <a:xfrm flipH="1">
              <a:off x="7425000" y="3681360"/>
              <a:ext cx="4764960" cy="317808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270" name="Rectangle 23"/>
            <p:cNvSpPr/>
            <p:nvPr/>
          </p:nvSpPr>
          <p:spPr>
            <a:xfrm>
              <a:off x="9181440" y="-8640"/>
              <a:ext cx="3006000" cy="6865200"/>
            </a:xfrm>
            <a:custGeom>
              <a:avLst/>
              <a:gdLst>
                <a:gd name="textAreaLeft" fmla="*/ 0 w 3006000"/>
                <a:gd name="textAreaRight" fmla="*/ 3007440 w 3006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1" name="Rectangle 25"/>
            <p:cNvSpPr/>
            <p:nvPr/>
          </p:nvSpPr>
          <p:spPr>
            <a:xfrm>
              <a:off x="9603360" y="-8640"/>
              <a:ext cx="2586960" cy="6865200"/>
            </a:xfrm>
            <a:custGeom>
              <a:avLst/>
              <a:gdLst>
                <a:gd name="textAreaLeft" fmla="*/ 0 w 2586960"/>
                <a:gd name="textAreaRight" fmla="*/ 2588400 w 258696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2" name="Isosceles Triangle 23"/>
            <p:cNvSpPr/>
            <p:nvPr/>
          </p:nvSpPr>
          <p:spPr>
            <a:xfrm>
              <a:off x="8932320" y="3048120"/>
              <a:ext cx="3258360" cy="380844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3" name="Rectangle 27"/>
            <p:cNvSpPr/>
            <p:nvPr/>
          </p:nvSpPr>
          <p:spPr>
            <a:xfrm>
              <a:off x="9334440" y="-8640"/>
              <a:ext cx="2853000" cy="6865200"/>
            </a:xfrm>
            <a:custGeom>
              <a:avLst/>
              <a:gdLst>
                <a:gd name="textAreaLeft" fmla="*/ 0 w 2853000"/>
                <a:gd name="textAreaRight" fmla="*/ 2854440 w 2853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4" name="Rectangle 28"/>
            <p:cNvSpPr/>
            <p:nvPr/>
          </p:nvSpPr>
          <p:spPr>
            <a:xfrm>
              <a:off x="10898640" y="-8640"/>
              <a:ext cx="1288800" cy="6865200"/>
            </a:xfrm>
            <a:custGeom>
              <a:avLst/>
              <a:gdLst>
                <a:gd name="textAreaLeft" fmla="*/ 0 w 1288800"/>
                <a:gd name="textAreaRight" fmla="*/ 1290240 w 12888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5" name="Rectangle 29"/>
            <p:cNvSpPr/>
            <p:nvPr/>
          </p:nvSpPr>
          <p:spPr>
            <a:xfrm>
              <a:off x="10938960" y="-8640"/>
              <a:ext cx="1248480" cy="6865200"/>
            </a:xfrm>
            <a:custGeom>
              <a:avLst/>
              <a:gdLst>
                <a:gd name="textAreaLeft" fmla="*/ 0 w 1248480"/>
                <a:gd name="textAreaRight" fmla="*/ 1249920 w 124848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6" name="Isosceles Triangle 27"/>
            <p:cNvSpPr/>
            <p:nvPr/>
          </p:nvSpPr>
          <p:spPr>
            <a:xfrm>
              <a:off x="10371600" y="3589920"/>
              <a:ext cx="1815840" cy="326664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7" name="Isosceles Triangle 28"/>
            <p:cNvSpPr/>
            <p:nvPr/>
          </p:nvSpPr>
          <p:spPr>
            <a:xfrm>
              <a:off x="0" y="4013280"/>
              <a:ext cx="447120" cy="284328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78" name="PlaceHolder 1"/>
          <p:cNvSpPr>
            <a:spLocks noGrp="1"/>
          </p:cNvSpPr>
          <p:nvPr>
            <p:ph type="dt" idx="46"/>
          </p:nvPr>
        </p:nvSpPr>
        <p:spPr>
          <a:xfrm>
            <a:off x="7205040" y="6041520"/>
            <a:ext cx="9104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 type="ftr" idx="47"/>
          </p:nvPr>
        </p:nvSpPr>
        <p:spPr>
          <a:xfrm>
            <a:off x="677160" y="6041520"/>
            <a:ext cx="6296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sldNum" idx="48"/>
          </p:nvPr>
        </p:nvSpPr>
        <p:spPr>
          <a:xfrm>
            <a:off x="8590680" y="6041520"/>
            <a:ext cx="6818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9E9A005-E3FA-4676-AE62-BBB9758C67B6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rebuchet MS"/>
            </a:endParaRPr>
          </a:p>
        </p:txBody>
      </p:sp>
      <p:sp>
        <p:nvSpPr>
          <p:cNvPr id="28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the outline text format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Outline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Outline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Outline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Outline Level</a:t>
            </a:r>
            <a:endParaRPr lang="en-US" sz="20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Sixth Outline Level</a:t>
            </a:r>
            <a:endParaRPr lang="en-US" sz="20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Seventh Outline Level</a:t>
            </a:r>
            <a:endParaRPr lang="en-US" sz="20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677160" y="956160"/>
            <a:ext cx="8595360" cy="625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 type="subTitle"/>
          </p:nvPr>
        </p:nvSpPr>
        <p:spPr>
          <a:xfrm>
            <a:off x="677160" y="2160720"/>
            <a:ext cx="8595360" cy="3879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1D5CC279-BC77-4C38-AE80-BCDEA2735F7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title"/>
          </p:nvPr>
        </p:nvSpPr>
        <p:spPr>
          <a:xfrm>
            <a:off x="677160" y="956160"/>
            <a:ext cx="8595360" cy="625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PlaceHolder 2"/>
          <p:cNvSpPr>
            <a:spLocks noGrp="1"/>
          </p:cNvSpPr>
          <p:nvPr>
            <p:ph type="subTitle"/>
          </p:nvPr>
        </p:nvSpPr>
        <p:spPr>
          <a:xfrm>
            <a:off x="677160" y="2160720"/>
            <a:ext cx="8595360" cy="3879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82BEEEBF-E3BD-4571-80B3-BB7DC69DEA7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677160" y="956160"/>
            <a:ext cx="8595360" cy="625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subTitle"/>
          </p:nvPr>
        </p:nvSpPr>
        <p:spPr>
          <a:xfrm>
            <a:off x="677160" y="2160720"/>
            <a:ext cx="8595360" cy="3879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E40AD732-F983-438C-B56B-8C54DF5495C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677160" y="956160"/>
            <a:ext cx="8595360" cy="625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5360" cy="3879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E903EE75-A2A5-46C7-BC06-40A3B7B473E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6"/>
          <p:cNvGrpSpPr/>
          <p:nvPr/>
        </p:nvGrpSpPr>
        <p:grpSpPr>
          <a:xfrm>
            <a:off x="0" y="-8640"/>
            <a:ext cx="12190680" cy="6867720"/>
            <a:chOff x="0" y="-8640"/>
            <a:chExt cx="12190680" cy="6867720"/>
          </a:xfrm>
        </p:grpSpPr>
        <p:cxnSp>
          <p:nvCxnSpPr>
            <p:cNvPr id="3" name="Straight Connector 19"/>
            <p:cNvCxnSpPr/>
            <p:nvPr/>
          </p:nvCxnSpPr>
          <p:spPr>
            <a:xfrm>
              <a:off x="9370800" y="0"/>
              <a:ext cx="1220760" cy="685944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4" name="Straight Connector 20"/>
            <p:cNvCxnSpPr/>
            <p:nvPr/>
          </p:nvCxnSpPr>
          <p:spPr>
            <a:xfrm flipH="1">
              <a:off x="7425000" y="3681360"/>
              <a:ext cx="4764960" cy="317808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5" name="Rectangle 23"/>
            <p:cNvSpPr/>
            <p:nvPr/>
          </p:nvSpPr>
          <p:spPr>
            <a:xfrm>
              <a:off x="9181440" y="-8640"/>
              <a:ext cx="3006000" cy="6865200"/>
            </a:xfrm>
            <a:custGeom>
              <a:avLst/>
              <a:gdLst>
                <a:gd name="textAreaLeft" fmla="*/ 0 w 3006000"/>
                <a:gd name="textAreaRight" fmla="*/ 3007440 w 3006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" name="Rectangle 25"/>
            <p:cNvSpPr/>
            <p:nvPr/>
          </p:nvSpPr>
          <p:spPr>
            <a:xfrm>
              <a:off x="9603360" y="-8640"/>
              <a:ext cx="2586960" cy="6865200"/>
            </a:xfrm>
            <a:custGeom>
              <a:avLst/>
              <a:gdLst>
                <a:gd name="textAreaLeft" fmla="*/ 0 w 2586960"/>
                <a:gd name="textAreaRight" fmla="*/ 2588400 w 258696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" name="Isosceles Triangle 23"/>
            <p:cNvSpPr/>
            <p:nvPr/>
          </p:nvSpPr>
          <p:spPr>
            <a:xfrm>
              <a:off x="8932320" y="3048120"/>
              <a:ext cx="3258360" cy="380844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" name="Rectangle 27"/>
            <p:cNvSpPr/>
            <p:nvPr/>
          </p:nvSpPr>
          <p:spPr>
            <a:xfrm>
              <a:off x="9334440" y="-8640"/>
              <a:ext cx="2853000" cy="6865200"/>
            </a:xfrm>
            <a:custGeom>
              <a:avLst/>
              <a:gdLst>
                <a:gd name="textAreaLeft" fmla="*/ 0 w 2853000"/>
                <a:gd name="textAreaRight" fmla="*/ 2854440 w 2853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" name="Rectangle 28"/>
            <p:cNvSpPr/>
            <p:nvPr/>
          </p:nvSpPr>
          <p:spPr>
            <a:xfrm>
              <a:off x="10898640" y="-8640"/>
              <a:ext cx="1288800" cy="6865200"/>
            </a:xfrm>
            <a:custGeom>
              <a:avLst/>
              <a:gdLst>
                <a:gd name="textAreaLeft" fmla="*/ 0 w 1288800"/>
                <a:gd name="textAreaRight" fmla="*/ 1290240 w 12888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" name="Rectangle 29"/>
            <p:cNvSpPr/>
            <p:nvPr/>
          </p:nvSpPr>
          <p:spPr>
            <a:xfrm>
              <a:off x="10938960" y="-8640"/>
              <a:ext cx="1248480" cy="6865200"/>
            </a:xfrm>
            <a:custGeom>
              <a:avLst/>
              <a:gdLst>
                <a:gd name="textAreaLeft" fmla="*/ 0 w 1248480"/>
                <a:gd name="textAreaRight" fmla="*/ 1249920 w 124848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" name="Isosceles Triangle 27"/>
            <p:cNvSpPr/>
            <p:nvPr/>
          </p:nvSpPr>
          <p:spPr>
            <a:xfrm>
              <a:off x="10371600" y="3589920"/>
              <a:ext cx="1815840" cy="326664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" name="Isosceles Triangle 28"/>
            <p:cNvSpPr/>
            <p:nvPr/>
          </p:nvSpPr>
          <p:spPr>
            <a:xfrm>
              <a:off x="0" y="4013280"/>
              <a:ext cx="447120" cy="284328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3" name="Group 6"/>
          <p:cNvGrpSpPr/>
          <p:nvPr/>
        </p:nvGrpSpPr>
        <p:grpSpPr>
          <a:xfrm>
            <a:off x="1440" y="-8640"/>
            <a:ext cx="12189240" cy="6867720"/>
            <a:chOff x="1440" y="-8640"/>
            <a:chExt cx="12189240" cy="6867720"/>
          </a:xfrm>
        </p:grpSpPr>
        <p:cxnSp>
          <p:nvCxnSpPr>
            <p:cNvPr id="14" name="Straight Connector 31"/>
            <p:cNvCxnSpPr/>
            <p:nvPr/>
          </p:nvCxnSpPr>
          <p:spPr>
            <a:xfrm>
              <a:off x="9370800" y="0"/>
              <a:ext cx="1220760" cy="685944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15" name="Straight Connector 20"/>
            <p:cNvCxnSpPr/>
            <p:nvPr/>
          </p:nvCxnSpPr>
          <p:spPr>
            <a:xfrm flipH="1">
              <a:off x="7425000" y="3681360"/>
              <a:ext cx="4764960" cy="317808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16" name="Rectangle 23"/>
            <p:cNvSpPr/>
            <p:nvPr/>
          </p:nvSpPr>
          <p:spPr>
            <a:xfrm>
              <a:off x="9181440" y="-8640"/>
              <a:ext cx="3006000" cy="6865200"/>
            </a:xfrm>
            <a:custGeom>
              <a:avLst/>
              <a:gdLst>
                <a:gd name="textAreaLeft" fmla="*/ 0 w 3006000"/>
                <a:gd name="textAreaRight" fmla="*/ 3007440 w 3006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" name="Rectangle 25"/>
            <p:cNvSpPr/>
            <p:nvPr/>
          </p:nvSpPr>
          <p:spPr>
            <a:xfrm>
              <a:off x="9603360" y="-8640"/>
              <a:ext cx="2586960" cy="6865200"/>
            </a:xfrm>
            <a:custGeom>
              <a:avLst/>
              <a:gdLst>
                <a:gd name="textAreaLeft" fmla="*/ 0 w 2586960"/>
                <a:gd name="textAreaRight" fmla="*/ 2588400 w 258696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" name="Isosceles Triangle 26"/>
            <p:cNvSpPr/>
            <p:nvPr/>
          </p:nvSpPr>
          <p:spPr>
            <a:xfrm>
              <a:off x="8932320" y="3048120"/>
              <a:ext cx="3258360" cy="380844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" name="Rectangle 27"/>
            <p:cNvSpPr/>
            <p:nvPr/>
          </p:nvSpPr>
          <p:spPr>
            <a:xfrm>
              <a:off x="9334440" y="-8640"/>
              <a:ext cx="2853000" cy="6865200"/>
            </a:xfrm>
            <a:custGeom>
              <a:avLst/>
              <a:gdLst>
                <a:gd name="textAreaLeft" fmla="*/ 0 w 2853000"/>
                <a:gd name="textAreaRight" fmla="*/ 2854440 w 2853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" name="Rectangle 28"/>
            <p:cNvSpPr/>
            <p:nvPr/>
          </p:nvSpPr>
          <p:spPr>
            <a:xfrm>
              <a:off x="10898640" y="-8640"/>
              <a:ext cx="1288800" cy="6865200"/>
            </a:xfrm>
            <a:custGeom>
              <a:avLst/>
              <a:gdLst>
                <a:gd name="textAreaLeft" fmla="*/ 0 w 1288800"/>
                <a:gd name="textAreaRight" fmla="*/ 1290240 w 12888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" name="Rectangle 29"/>
            <p:cNvSpPr/>
            <p:nvPr/>
          </p:nvSpPr>
          <p:spPr>
            <a:xfrm>
              <a:off x="10938960" y="-8640"/>
              <a:ext cx="1248480" cy="6865200"/>
            </a:xfrm>
            <a:custGeom>
              <a:avLst/>
              <a:gdLst>
                <a:gd name="textAreaLeft" fmla="*/ 0 w 1248480"/>
                <a:gd name="textAreaRight" fmla="*/ 1249920 w 124848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" name="Isosceles Triangle 30"/>
            <p:cNvSpPr/>
            <p:nvPr/>
          </p:nvSpPr>
          <p:spPr>
            <a:xfrm>
              <a:off x="10371600" y="3589920"/>
              <a:ext cx="1815840" cy="326664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" name="Isosceles Triangle 18"/>
            <p:cNvSpPr/>
            <p:nvPr/>
          </p:nvSpPr>
          <p:spPr>
            <a:xfrm rot="10800000">
              <a:off x="1440" y="1440"/>
              <a:ext cx="841320" cy="56646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77160" y="446040"/>
            <a:ext cx="8595360" cy="164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5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5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ftr" idx="1"/>
          </p:nvPr>
        </p:nvSpPr>
        <p:spPr>
          <a:xfrm>
            <a:off x="677160" y="6041520"/>
            <a:ext cx="6296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sldNum" idx="2"/>
          </p:nvPr>
        </p:nvSpPr>
        <p:spPr>
          <a:xfrm>
            <a:off x="8590680" y="6041520"/>
            <a:ext cx="6818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70E7792-B5D9-4C25-8C08-5720A8CF0215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dt" idx="3"/>
          </p:nvPr>
        </p:nvSpPr>
        <p:spPr>
          <a:xfrm>
            <a:off x="7205040" y="6041520"/>
            <a:ext cx="9104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2"/>
    <p:sldLayoutId id="2147483666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3" name="Group 6"/>
          <p:cNvGrpSpPr/>
          <p:nvPr/>
        </p:nvGrpSpPr>
        <p:grpSpPr>
          <a:xfrm>
            <a:off x="0" y="-8640"/>
            <a:ext cx="12190680" cy="6867720"/>
            <a:chOff x="0" y="-8640"/>
            <a:chExt cx="12190680" cy="6867720"/>
          </a:xfrm>
        </p:grpSpPr>
        <p:cxnSp>
          <p:nvCxnSpPr>
            <p:cNvPr id="284" name="Straight Connector 19"/>
            <p:cNvCxnSpPr/>
            <p:nvPr/>
          </p:nvCxnSpPr>
          <p:spPr>
            <a:xfrm>
              <a:off x="9370800" y="0"/>
              <a:ext cx="1220760" cy="685944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285" name="Straight Connector 20"/>
            <p:cNvCxnSpPr/>
            <p:nvPr/>
          </p:nvCxnSpPr>
          <p:spPr>
            <a:xfrm flipH="1">
              <a:off x="7425000" y="3681360"/>
              <a:ext cx="4764960" cy="317808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286" name="Rectangle 23"/>
            <p:cNvSpPr/>
            <p:nvPr/>
          </p:nvSpPr>
          <p:spPr>
            <a:xfrm>
              <a:off x="9181440" y="-8640"/>
              <a:ext cx="3006000" cy="6865200"/>
            </a:xfrm>
            <a:custGeom>
              <a:avLst/>
              <a:gdLst>
                <a:gd name="textAreaLeft" fmla="*/ 0 w 3006000"/>
                <a:gd name="textAreaRight" fmla="*/ 3007440 w 3006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7" name="Rectangle 25"/>
            <p:cNvSpPr/>
            <p:nvPr/>
          </p:nvSpPr>
          <p:spPr>
            <a:xfrm>
              <a:off x="9603360" y="-8640"/>
              <a:ext cx="2586960" cy="6865200"/>
            </a:xfrm>
            <a:custGeom>
              <a:avLst/>
              <a:gdLst>
                <a:gd name="textAreaLeft" fmla="*/ 0 w 2586960"/>
                <a:gd name="textAreaRight" fmla="*/ 2588400 w 258696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8" name="Isosceles Triangle 23"/>
            <p:cNvSpPr/>
            <p:nvPr/>
          </p:nvSpPr>
          <p:spPr>
            <a:xfrm>
              <a:off x="8932320" y="3048120"/>
              <a:ext cx="3258360" cy="380844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9" name="Rectangle 27"/>
            <p:cNvSpPr/>
            <p:nvPr/>
          </p:nvSpPr>
          <p:spPr>
            <a:xfrm>
              <a:off x="9334440" y="-8640"/>
              <a:ext cx="2853000" cy="6865200"/>
            </a:xfrm>
            <a:custGeom>
              <a:avLst/>
              <a:gdLst>
                <a:gd name="textAreaLeft" fmla="*/ 0 w 2853000"/>
                <a:gd name="textAreaRight" fmla="*/ 2854440 w 2853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0" name="Rectangle 28"/>
            <p:cNvSpPr/>
            <p:nvPr/>
          </p:nvSpPr>
          <p:spPr>
            <a:xfrm>
              <a:off x="10898640" y="-8640"/>
              <a:ext cx="1288800" cy="6865200"/>
            </a:xfrm>
            <a:custGeom>
              <a:avLst/>
              <a:gdLst>
                <a:gd name="textAreaLeft" fmla="*/ 0 w 1288800"/>
                <a:gd name="textAreaRight" fmla="*/ 1290240 w 12888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1" name="Rectangle 29"/>
            <p:cNvSpPr/>
            <p:nvPr/>
          </p:nvSpPr>
          <p:spPr>
            <a:xfrm>
              <a:off x="10938960" y="-8640"/>
              <a:ext cx="1248480" cy="6865200"/>
            </a:xfrm>
            <a:custGeom>
              <a:avLst/>
              <a:gdLst>
                <a:gd name="textAreaLeft" fmla="*/ 0 w 1248480"/>
                <a:gd name="textAreaRight" fmla="*/ 1249920 w 124848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2" name="Isosceles Triangle 27"/>
            <p:cNvSpPr/>
            <p:nvPr/>
          </p:nvSpPr>
          <p:spPr>
            <a:xfrm>
              <a:off x="10371600" y="3589920"/>
              <a:ext cx="1815840" cy="326664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3" name="Isosceles Triangle 28"/>
            <p:cNvSpPr/>
            <p:nvPr/>
          </p:nvSpPr>
          <p:spPr>
            <a:xfrm>
              <a:off x="0" y="4013280"/>
              <a:ext cx="447120" cy="284328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677160" y="994320"/>
            <a:ext cx="8595360" cy="549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 type="ftr" idx="49"/>
          </p:nvPr>
        </p:nvSpPr>
        <p:spPr>
          <a:xfrm>
            <a:off x="677160" y="6041520"/>
            <a:ext cx="6296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50"/>
          </p:nvPr>
        </p:nvSpPr>
        <p:spPr>
          <a:xfrm>
            <a:off x="8590680" y="6041520"/>
            <a:ext cx="6818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6CEBB71-CC1E-47FF-A891-8454C387E1AB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PlaceHolder 4"/>
          <p:cNvSpPr>
            <a:spLocks noGrp="1"/>
          </p:cNvSpPr>
          <p:nvPr>
            <p:ph type="dt" idx="51"/>
          </p:nvPr>
        </p:nvSpPr>
        <p:spPr>
          <a:xfrm>
            <a:off x="7205040" y="6041520"/>
            <a:ext cx="9104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0" name="Group 6"/>
          <p:cNvGrpSpPr/>
          <p:nvPr/>
        </p:nvGrpSpPr>
        <p:grpSpPr>
          <a:xfrm>
            <a:off x="0" y="-8640"/>
            <a:ext cx="12190680" cy="6867720"/>
            <a:chOff x="0" y="-8640"/>
            <a:chExt cx="12190680" cy="6867720"/>
          </a:xfrm>
        </p:grpSpPr>
        <p:cxnSp>
          <p:nvCxnSpPr>
            <p:cNvPr id="301" name="Straight Connector 19"/>
            <p:cNvCxnSpPr/>
            <p:nvPr/>
          </p:nvCxnSpPr>
          <p:spPr>
            <a:xfrm>
              <a:off x="9370800" y="0"/>
              <a:ext cx="1220760" cy="685944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302" name="Straight Connector 20"/>
            <p:cNvCxnSpPr/>
            <p:nvPr/>
          </p:nvCxnSpPr>
          <p:spPr>
            <a:xfrm flipH="1">
              <a:off x="7425000" y="3681360"/>
              <a:ext cx="4764960" cy="317808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303" name="Rectangle 23"/>
            <p:cNvSpPr/>
            <p:nvPr/>
          </p:nvSpPr>
          <p:spPr>
            <a:xfrm>
              <a:off x="9181440" y="-8640"/>
              <a:ext cx="3006000" cy="6865200"/>
            </a:xfrm>
            <a:custGeom>
              <a:avLst/>
              <a:gdLst>
                <a:gd name="textAreaLeft" fmla="*/ 0 w 3006000"/>
                <a:gd name="textAreaRight" fmla="*/ 3007440 w 3006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4" name="Rectangle 25"/>
            <p:cNvSpPr/>
            <p:nvPr/>
          </p:nvSpPr>
          <p:spPr>
            <a:xfrm>
              <a:off x="9603360" y="-8640"/>
              <a:ext cx="2586960" cy="6865200"/>
            </a:xfrm>
            <a:custGeom>
              <a:avLst/>
              <a:gdLst>
                <a:gd name="textAreaLeft" fmla="*/ 0 w 2586960"/>
                <a:gd name="textAreaRight" fmla="*/ 2588400 w 258696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5" name="Isosceles Triangle 23"/>
            <p:cNvSpPr/>
            <p:nvPr/>
          </p:nvSpPr>
          <p:spPr>
            <a:xfrm>
              <a:off x="8932320" y="3048120"/>
              <a:ext cx="3258360" cy="380844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6" name="Rectangle 27"/>
            <p:cNvSpPr/>
            <p:nvPr/>
          </p:nvSpPr>
          <p:spPr>
            <a:xfrm>
              <a:off x="9334440" y="-8640"/>
              <a:ext cx="2853000" cy="6865200"/>
            </a:xfrm>
            <a:custGeom>
              <a:avLst/>
              <a:gdLst>
                <a:gd name="textAreaLeft" fmla="*/ 0 w 2853000"/>
                <a:gd name="textAreaRight" fmla="*/ 2854440 w 2853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7" name="Rectangle 28"/>
            <p:cNvSpPr/>
            <p:nvPr/>
          </p:nvSpPr>
          <p:spPr>
            <a:xfrm>
              <a:off x="10898640" y="-8640"/>
              <a:ext cx="1288800" cy="6865200"/>
            </a:xfrm>
            <a:custGeom>
              <a:avLst/>
              <a:gdLst>
                <a:gd name="textAreaLeft" fmla="*/ 0 w 1288800"/>
                <a:gd name="textAreaRight" fmla="*/ 1290240 w 12888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8" name="Rectangle 29"/>
            <p:cNvSpPr/>
            <p:nvPr/>
          </p:nvSpPr>
          <p:spPr>
            <a:xfrm>
              <a:off x="10938960" y="-8640"/>
              <a:ext cx="1248480" cy="6865200"/>
            </a:xfrm>
            <a:custGeom>
              <a:avLst/>
              <a:gdLst>
                <a:gd name="textAreaLeft" fmla="*/ 0 w 1248480"/>
                <a:gd name="textAreaRight" fmla="*/ 1249920 w 124848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9" name="Isosceles Triangle 27"/>
            <p:cNvSpPr/>
            <p:nvPr/>
          </p:nvSpPr>
          <p:spPr>
            <a:xfrm>
              <a:off x="10371600" y="3589920"/>
              <a:ext cx="1815840" cy="326664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0" name="Isosceles Triangle 28"/>
            <p:cNvSpPr/>
            <p:nvPr/>
          </p:nvSpPr>
          <p:spPr>
            <a:xfrm>
              <a:off x="0" y="4013280"/>
              <a:ext cx="447120" cy="284328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11" name="PlaceHolder 1"/>
          <p:cNvSpPr>
            <a:spLocks noGrp="1"/>
          </p:cNvSpPr>
          <p:nvPr>
            <p:ph type="title"/>
          </p:nvPr>
        </p:nvSpPr>
        <p:spPr>
          <a:xfrm>
            <a:off x="677160" y="994320"/>
            <a:ext cx="8595360" cy="549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2"/>
          <p:cNvSpPr>
            <a:spLocks noGrp="1"/>
          </p:cNvSpPr>
          <p:nvPr>
            <p:ph type="ftr" idx="52"/>
          </p:nvPr>
        </p:nvSpPr>
        <p:spPr>
          <a:xfrm>
            <a:off x="677160" y="6041520"/>
            <a:ext cx="6296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sldNum" idx="53"/>
          </p:nvPr>
        </p:nvSpPr>
        <p:spPr>
          <a:xfrm>
            <a:off x="8590680" y="6041520"/>
            <a:ext cx="6818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F60F401-393F-4B2F-B4CA-73124B4EF325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PlaceHolder 4"/>
          <p:cNvSpPr>
            <a:spLocks noGrp="1"/>
          </p:cNvSpPr>
          <p:nvPr>
            <p:ph type="dt" idx="54"/>
          </p:nvPr>
        </p:nvSpPr>
        <p:spPr>
          <a:xfrm>
            <a:off x="7205040" y="6041520"/>
            <a:ext cx="9104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7" name="Group 6"/>
          <p:cNvGrpSpPr/>
          <p:nvPr/>
        </p:nvGrpSpPr>
        <p:grpSpPr>
          <a:xfrm>
            <a:off x="0" y="-8640"/>
            <a:ext cx="12190680" cy="6867720"/>
            <a:chOff x="0" y="-8640"/>
            <a:chExt cx="12190680" cy="6867720"/>
          </a:xfrm>
        </p:grpSpPr>
        <p:cxnSp>
          <p:nvCxnSpPr>
            <p:cNvPr id="318" name="Straight Connector 19"/>
            <p:cNvCxnSpPr/>
            <p:nvPr/>
          </p:nvCxnSpPr>
          <p:spPr>
            <a:xfrm>
              <a:off x="9370800" y="0"/>
              <a:ext cx="1220760" cy="685944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319" name="Straight Connector 20"/>
            <p:cNvCxnSpPr/>
            <p:nvPr/>
          </p:nvCxnSpPr>
          <p:spPr>
            <a:xfrm flipH="1">
              <a:off x="7425000" y="3681360"/>
              <a:ext cx="4764960" cy="317808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320" name="Rectangle 23"/>
            <p:cNvSpPr/>
            <p:nvPr/>
          </p:nvSpPr>
          <p:spPr>
            <a:xfrm>
              <a:off x="9181440" y="-8640"/>
              <a:ext cx="3006000" cy="6865200"/>
            </a:xfrm>
            <a:custGeom>
              <a:avLst/>
              <a:gdLst>
                <a:gd name="textAreaLeft" fmla="*/ 0 w 3006000"/>
                <a:gd name="textAreaRight" fmla="*/ 3007440 w 3006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1" name="Rectangle 25"/>
            <p:cNvSpPr/>
            <p:nvPr/>
          </p:nvSpPr>
          <p:spPr>
            <a:xfrm>
              <a:off x="9603360" y="-8640"/>
              <a:ext cx="2586960" cy="6865200"/>
            </a:xfrm>
            <a:custGeom>
              <a:avLst/>
              <a:gdLst>
                <a:gd name="textAreaLeft" fmla="*/ 0 w 2586960"/>
                <a:gd name="textAreaRight" fmla="*/ 2588400 w 258696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2" name="Isosceles Triangle 23"/>
            <p:cNvSpPr/>
            <p:nvPr/>
          </p:nvSpPr>
          <p:spPr>
            <a:xfrm>
              <a:off x="8932320" y="3048120"/>
              <a:ext cx="3258360" cy="380844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3" name="Rectangle 27"/>
            <p:cNvSpPr/>
            <p:nvPr/>
          </p:nvSpPr>
          <p:spPr>
            <a:xfrm>
              <a:off x="9334440" y="-8640"/>
              <a:ext cx="2853000" cy="6865200"/>
            </a:xfrm>
            <a:custGeom>
              <a:avLst/>
              <a:gdLst>
                <a:gd name="textAreaLeft" fmla="*/ 0 w 2853000"/>
                <a:gd name="textAreaRight" fmla="*/ 2854440 w 28530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4" name="Rectangle 28"/>
            <p:cNvSpPr/>
            <p:nvPr/>
          </p:nvSpPr>
          <p:spPr>
            <a:xfrm>
              <a:off x="10898640" y="-8640"/>
              <a:ext cx="1288800" cy="6865200"/>
            </a:xfrm>
            <a:custGeom>
              <a:avLst/>
              <a:gdLst>
                <a:gd name="textAreaLeft" fmla="*/ 0 w 1288800"/>
                <a:gd name="textAreaRight" fmla="*/ 1290240 w 128880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5" name="Rectangle 29"/>
            <p:cNvSpPr/>
            <p:nvPr/>
          </p:nvSpPr>
          <p:spPr>
            <a:xfrm>
              <a:off x="10938960" y="-8640"/>
              <a:ext cx="1248480" cy="6865200"/>
            </a:xfrm>
            <a:custGeom>
              <a:avLst/>
              <a:gdLst>
                <a:gd name="textAreaLeft" fmla="*/ 0 w 1248480"/>
                <a:gd name="textAreaRight" fmla="*/ 1249920 w 1248480"/>
                <a:gd name="textAreaTop" fmla="*/ 0 h 6865200"/>
                <a:gd name="textAreaBottom" fmla="*/ 6866640 h 686520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6" name="Isosceles Triangle 27"/>
            <p:cNvSpPr/>
            <p:nvPr/>
          </p:nvSpPr>
          <p:spPr>
            <a:xfrm>
              <a:off x="10371600" y="3589920"/>
              <a:ext cx="1815840" cy="326664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7" name="Isosceles Triangle 28"/>
            <p:cNvSpPr/>
            <p:nvPr/>
          </p:nvSpPr>
          <p:spPr>
            <a:xfrm>
              <a:off x="0" y="4013280"/>
              <a:ext cx="447120" cy="284328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xfrm>
            <a:off x="677160" y="994320"/>
            <a:ext cx="8595360" cy="549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8595360" cy="3879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ftr" idx="55"/>
          </p:nvPr>
        </p:nvSpPr>
        <p:spPr>
          <a:xfrm>
            <a:off x="677160" y="6041520"/>
            <a:ext cx="6296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PlaceHolder 4"/>
          <p:cNvSpPr>
            <a:spLocks noGrp="1"/>
          </p:cNvSpPr>
          <p:nvPr>
            <p:ph type="sldNum" idx="56"/>
          </p:nvPr>
        </p:nvSpPr>
        <p:spPr>
          <a:xfrm>
            <a:off x="8590680" y="6041520"/>
            <a:ext cx="6818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DC85CF9-A970-4EC0-9CE5-CAD6B750ECFD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PlaceHolder 5"/>
          <p:cNvSpPr>
            <a:spLocks noGrp="1"/>
          </p:cNvSpPr>
          <p:nvPr>
            <p:ph type="dt" idx="57"/>
          </p:nvPr>
        </p:nvSpPr>
        <p:spPr>
          <a:xfrm>
            <a:off x="7205040" y="6041520"/>
            <a:ext cx="9104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2"/>
    <p:sldLayoutId id="2147483673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20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slideLayout" Target="../slideLayouts/slideLayout20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1449720" y="457200"/>
            <a:ext cx="7693200" cy="1024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77500" lnSpcReduction="19999"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rgbClr val="111111"/>
                </a:solidFill>
                <a:effectLst/>
                <a:uFillTx/>
                <a:latin typeface="Trebuchet MS"/>
              </a:rPr>
              <a:t>A Cloud-Based Data Leakage</a:t>
            </a:r>
            <a:br>
              <a:rPr sz="3200"/>
            </a:br>
            <a:r>
              <a:rPr lang="en-US" sz="3200" b="1" u="none" strike="noStrike">
                <a:solidFill>
                  <a:srgbClr val="111111"/>
                </a:solidFill>
                <a:effectLst/>
                <a:uFillTx/>
                <a:latin typeface="Trebuchet MS"/>
              </a:rPr>
              <a:t>Prevention System Using Rule-Based</a:t>
            </a:r>
            <a:br>
              <a:rPr sz="3200"/>
            </a:br>
            <a:r>
              <a:rPr lang="en-US" sz="3200" b="1" u="none" strike="noStrike">
                <a:solidFill>
                  <a:srgbClr val="111111"/>
                </a:solidFill>
                <a:effectLst/>
                <a:uFillTx/>
                <a:latin typeface="Trebuchet MS"/>
              </a:rPr>
              <a:t>Content Inspection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 type="subTitle"/>
          </p:nvPr>
        </p:nvSpPr>
        <p:spPr>
          <a:xfrm>
            <a:off x="2539080" y="2286000"/>
            <a:ext cx="5689440" cy="282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TEAM MEMBERS 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SABARIRAJA. S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( 620822205090 )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RANJITH. P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( 620822205084 )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SHANTHOSH. M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( 620822205098 )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ROHITH. V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( 620822205088 )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GUIDE : Ms. JAYANTHI. R, AP/IT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90360" y="228600"/>
            <a:ext cx="8595360" cy="684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Objective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2"/>
          <p:cNvSpPr>
            <a:spLocks noGrp="1"/>
          </p:cNvSpPr>
          <p:nvPr>
            <p:ph/>
          </p:nvPr>
        </p:nvSpPr>
        <p:spPr>
          <a:xfrm>
            <a:off x="547560" y="1017720"/>
            <a:ext cx="8595360" cy="561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Design a lightweight Cloud DLP gateway: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 Inspect files before they are stored and block uploads that violate security policies.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Provide configurable DLP policies: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Regex‑based rules for emails, phone numbers, passwords, and sensitive patterns.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Encrypt and protect allowed content: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Encrypt allowed files at rest and store integrity hashes to detect tampering.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Offer full audit visibility: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Persist all upload attempts (ALLOWED / BLOCKED / ERROR) in an exportable audit log.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Expose a clean, user‑friendly web dashboard: Simple upload flow              for users; clear stats, assets, and logs for admins.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202320" y="0"/>
            <a:ext cx="8254800" cy="131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Existing System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PlaceHolder 2"/>
          <p:cNvSpPr>
            <a:spLocks noGrp="1"/>
          </p:cNvSpPr>
          <p:nvPr>
            <p:ph/>
          </p:nvPr>
        </p:nvSpPr>
        <p:spPr>
          <a:xfrm>
            <a:off x="685800" y="955440"/>
            <a:ext cx="8080920" cy="1787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Manual or ad‑hoc checks: Security teams review data after upload (if at all). Reliant on user awareness.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Complex enterprise DLP suites: Heavyweight, complicated to configure and deploy. Overkill for smaller organizations or     indiviuals.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Content Placeholder 5"/>
          <p:cNvSpPr/>
          <p:nvPr/>
        </p:nvSpPr>
        <p:spPr>
          <a:xfrm>
            <a:off x="685800" y="4215960"/>
            <a:ext cx="8080920" cy="241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Limited transparency: Users and admins cannot easily see which uploads were blocked and why, or view currently stored assets.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Integrity monitoring gaps: Stored files can be updated or corrupted without straightforward integrity checks.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Result: Increased risk of accidental data leakage and difficulty demonstrating DLP behavior in PoC settings.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Rectangle 3"/>
          <p:cNvSpPr/>
          <p:nvPr/>
        </p:nvSpPr>
        <p:spPr>
          <a:xfrm>
            <a:off x="228600" y="3240360"/>
            <a:ext cx="3500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Disadvantage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43560" y="0"/>
            <a:ext cx="8595360" cy="131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 Proposed System :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Rectangle 4"/>
          <p:cNvSpPr/>
          <p:nvPr/>
        </p:nvSpPr>
        <p:spPr>
          <a:xfrm>
            <a:off x="184680" y="3429000"/>
            <a:ext cx="31212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Advantage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Content Placeholder 6"/>
          <p:cNvSpPr/>
          <p:nvPr/>
        </p:nvSpPr>
        <p:spPr>
          <a:xfrm>
            <a:off x="558000" y="857880"/>
            <a:ext cx="8080920" cy="234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Rule‑based upload gateway: FastAPI backend receives file uploads and applies regex‑based DLP policies before writing to storage.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Encrypted storage with integrity: Allowed files are encrypted (Fernet) and stored locally. SHA‑256 hashes of encrypted blobs are stored for verification.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Structured audit logging: Every attempt is logged in SQLite with reason and timestamp.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Content Placeholder 7"/>
          <p:cNvSpPr/>
          <p:nvPr/>
        </p:nvSpPr>
        <p:spPr>
          <a:xfrm>
            <a:off x="605880" y="4115880"/>
            <a:ext cx="8080920" cy="25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Simple web dashboard: Users upload via a responsive UI; admins view stats, assets, and live audit logs.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Transparency &amp; verifiability: Clear reasons for blocked uploads. Verify endpoint checks that stored files match recorded hashes.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Lightweight and extensible: Easy to plug in more policies, real cloud storage (e.g. S3/MinIO), and authentication later.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title"/>
          </p:nvPr>
        </p:nvSpPr>
        <p:spPr>
          <a:xfrm>
            <a:off x="203400" y="152280"/>
            <a:ext cx="10311120" cy="98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SYSTEM ARCHITECTURE/FLOW DIAGRAM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6" name=""/>
          <p:cNvPicPr/>
          <p:nvPr/>
        </p:nvPicPr>
        <p:blipFill>
          <a:blip r:embed="rId1"/>
          <a:stretch/>
        </p:blipFill>
        <p:spPr>
          <a:xfrm>
            <a:off x="914400" y="1048320"/>
            <a:ext cx="8028360" cy="5351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457200" y="0"/>
            <a:ext cx="7999920" cy="91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/>
          </p:nvPr>
        </p:nvSpPr>
        <p:spPr>
          <a:xfrm>
            <a:off x="90360" y="64800"/>
            <a:ext cx="8595360" cy="61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25000" lnSpcReduction="19999"/>
          </a:bodyPr>
          <a:p>
            <a:pPr marL="343080" indent="-343080" algn="just" defTabSz="4572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IN" sz="144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 Modules :</a:t>
            </a:r>
            <a:endParaRPr lang="en-US" sz="1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 defTabSz="4572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Rectangle 4"/>
          <p:cNvSpPr/>
          <p:nvPr/>
        </p:nvSpPr>
        <p:spPr>
          <a:xfrm>
            <a:off x="275760" y="3599280"/>
            <a:ext cx="3030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Content Placeholder 9"/>
          <p:cNvSpPr/>
          <p:nvPr/>
        </p:nvSpPr>
        <p:spPr>
          <a:xfrm>
            <a:off x="677520" y="1148760"/>
            <a:ext cx="8595360" cy="387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Module 1: Rule-Based Content Inspection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Module 2: Cryptographic Hashing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Module 3: Secure Violation Logging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Module 4: User-Defined Security Policies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Module 5: Performance  &amp; Cloud Integration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xfrm>
            <a:off x="282600" y="156240"/>
            <a:ext cx="11146320" cy="528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rgbClr val="111111"/>
                </a:solidFill>
                <a:effectLst/>
                <a:uFillTx/>
                <a:latin typeface="Trebuchet MS"/>
              </a:rPr>
              <a:t>Module 1: Rule‑Based Content Inspection</a:t>
            </a:r>
            <a:br>
              <a:rPr sz="3600"/>
            </a:b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2"/>
          <p:cNvSpPr>
            <a:spLocks noGrp="1"/>
          </p:cNvSpPr>
          <p:nvPr>
            <p:ph/>
          </p:nvPr>
        </p:nvSpPr>
        <p:spPr>
          <a:xfrm>
            <a:off x="750240" y="1194120"/>
            <a:ext cx="8595360" cy="5205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Purpose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Inspect file contents before upload to detect sensitive information (PII, credentials, etc.).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Core Idea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Use regex‑based rules on decoded text to flag patterns such as: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Email addresses, phone numbers, passwords / secrets, IDs.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Flow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Backend receives file → decodes bytes to text → calls DLPDetector.scan(text).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For each rule in policies.json, if regex matches, rule name is added to findings.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If findings is non‑empty, the upload is BLOCKED and never written to storage.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Benefits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Transparent and explainable: rules live in a simple JSON file.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Easy to extend with new patterns without changing core code.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title"/>
          </p:nvPr>
        </p:nvSpPr>
        <p:spPr>
          <a:xfrm>
            <a:off x="228600" y="156240"/>
            <a:ext cx="11200320" cy="528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rgbClr val="111111"/>
                </a:solidFill>
                <a:effectLst/>
                <a:uFillTx/>
                <a:latin typeface="Trebuchet MS"/>
                <a:ea typeface="Noto Sans"/>
              </a:rPr>
              <a:t>Module 2: </a:t>
            </a:r>
            <a:r>
              <a:rPr lang="en-US" sz="3600" b="1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  <a:ea typeface="Noto Sans"/>
              </a:rPr>
              <a:t>Cryptographic Hashing </a:t>
            </a:r>
            <a:br>
              <a:rPr sz="3600"/>
            </a:b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2"/>
          <p:cNvSpPr>
            <a:spLocks noGrp="1"/>
          </p:cNvSpPr>
          <p:nvPr>
            <p:ph/>
          </p:nvPr>
        </p:nvSpPr>
        <p:spPr>
          <a:xfrm>
            <a:off x="750240" y="1194120"/>
            <a:ext cx="8595360" cy="5205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Purpose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Ensure that stored (encrypted) files are not silently modified or corrupted.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Core Idea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Encrypt each allowed file and compute a SHA‑256 hash of the encrypted blob.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Why hash the encrypted 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Integrity is verified on the exact bytes stored on disk.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Any change to the encrypted file (bit‑flip, truncation, replacement) changes the hash.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Where it fits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Runs only after a file passes DLP inspection.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Connects upload logic with the integrity verification endpoint.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xfrm>
            <a:off x="228600" y="156240"/>
            <a:ext cx="10689120" cy="528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rgbClr val="111111"/>
                </a:solidFill>
                <a:effectLst/>
                <a:uFillTx/>
                <a:latin typeface="Trebuchet MS"/>
                <a:ea typeface="Noto Sans"/>
              </a:rPr>
              <a:t>Module 3: Secure Violation Logging</a:t>
            </a:r>
            <a:br>
              <a:rPr sz="3600"/>
            </a:b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2"/>
          <p:cNvSpPr>
            <a:spLocks noGrp="1"/>
          </p:cNvSpPr>
          <p:nvPr>
            <p:ph/>
          </p:nvPr>
        </p:nvSpPr>
        <p:spPr>
          <a:xfrm>
            <a:off x="750240" y="1194120"/>
            <a:ext cx="8595360" cy="5205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Purpose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Maintain a reliable audit trail for every upload attempt and its outcome.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Core Idea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Store structured log entries in SQLite with: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Filename, status (ALLOWED / BLOCKED / ERROR), reason, timestamp.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When it runs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On every /upload code path: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Size or type failure.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DLP violation.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Successful encrypted storage.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Internal errors (scan/storage issues).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title"/>
          </p:nvPr>
        </p:nvSpPr>
        <p:spPr>
          <a:xfrm>
            <a:off x="228600" y="156240"/>
            <a:ext cx="10689120" cy="528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rgbClr val="111111"/>
                </a:solidFill>
                <a:effectLst/>
                <a:uFillTx/>
                <a:latin typeface="Trebuchet MS"/>
                <a:ea typeface="Noto Sans"/>
              </a:rPr>
              <a:t>Module 4: User-Defined Security Policies</a:t>
            </a:r>
            <a:br>
              <a:rPr sz="3600"/>
            </a:b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PlaceHolder 2"/>
          <p:cNvSpPr>
            <a:spLocks noGrp="1"/>
          </p:cNvSpPr>
          <p:nvPr>
            <p:ph/>
          </p:nvPr>
        </p:nvSpPr>
        <p:spPr>
          <a:xfrm>
            <a:off x="750240" y="1194120"/>
            <a:ext cx="8595360" cy="5205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Enables administrators to define and manage custom DLP detection rules.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Dynamic rule loading from policies.json without service restart.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Supports regex patterns for any sensitive data type: PAN, Aadhaar, custom IDs.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Each policy has: name, pattern (regex), severity level, and enabled flag.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Admin CRUD interface for adding, modifying, and disabling rules at runtime.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Hot-reload endpoint triggers immediate policy refresh in DLP engine.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Per-user policy overrides stored in database for personalized DLP profiles.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Policy audit log tracks all changes with timestamp and admin identity.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title"/>
          </p:nvPr>
        </p:nvSpPr>
        <p:spPr>
          <a:xfrm>
            <a:off x="228600" y="156240"/>
            <a:ext cx="10689120" cy="528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rgbClr val="111111"/>
                </a:solidFill>
                <a:effectLst/>
                <a:uFillTx/>
                <a:latin typeface="Trebuchet MS"/>
                <a:ea typeface="Noto Sans"/>
              </a:rPr>
              <a:t>Module 4: Implementation Details</a:t>
            </a:r>
            <a:br>
              <a:rPr sz="3600"/>
            </a:b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PlaceHolder 2"/>
          <p:cNvSpPr>
            <a:spLocks noGrp="1"/>
          </p:cNvSpPr>
          <p:nvPr>
            <p:ph/>
          </p:nvPr>
        </p:nvSpPr>
        <p:spPr>
          <a:xfrm>
            <a:off x="750240" y="1194120"/>
            <a:ext cx="8595360" cy="5205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Policy Configuration (policies.json):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Each entry: { "name": "email", "pattern": "regex", "severity": "high", "enabled": true }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	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Loaded at startup and on POST /admin/policies/reload.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Backend API Endpoints: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GET /admin/policies — list all active rules with metadata.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POST /admin/policies — add a new rule (name, pattern, severity).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PUT /admin/policies/{name} — update existing rule pattern or toggle enable.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 DELETE /admin/policies/{name} — remove a rule from active policy set.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DLPDetector Integration: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DLPDetector.reload() re-reads policies.json and recompiles regex patterns.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LRU cache on compiled patterns ensures no redundant re-compilation.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Invalid regex patterns rejected with descriptive error at creation time.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228600" y="156240"/>
            <a:ext cx="10689120" cy="528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rgbClr val="111111"/>
                </a:solidFill>
                <a:effectLst/>
                <a:uFillTx/>
                <a:latin typeface="Trebuchet MS"/>
                <a:ea typeface="Noto Sans"/>
              </a:rPr>
              <a:t>Module 5: Performance &amp; Cloud Integration</a:t>
            </a:r>
            <a:br>
              <a:rPr sz="3600"/>
            </a:b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/>
          </p:nvPr>
        </p:nvSpPr>
        <p:spPr>
          <a:xfrm>
            <a:off x="750240" y="1194120"/>
            <a:ext cx="8595360" cy="5205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Optimizes DLP inspection pipeline for large and concurrent file uploads.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Async upload handling using background task queue reduces response latency.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Streaming file processing with chunked reading reduces peak memory usage.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Integration with cloud storage backends: S3, MinIO, and Azure Blob adapter.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LRU cache for compiled regex patterns avoids redundant re-compilation.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Connection pooling for SQLite/PostgreSQL database operations.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Horizontal scaling support: DLP engine stateless; storage backend swappable.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Performance dashboard: throughput, average scan time, block rate metrics.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228600" y="156240"/>
            <a:ext cx="10689120" cy="528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rgbClr val="111111"/>
                </a:solidFill>
                <a:effectLst/>
                <a:uFillTx/>
                <a:latin typeface="Trebuchet MS"/>
                <a:ea typeface="Noto Sans"/>
              </a:rPr>
              <a:t>Module 5: Implementation Details</a:t>
            </a:r>
            <a:br>
              <a:rPr sz="3600"/>
            </a:b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/>
          </p:nvPr>
        </p:nvSpPr>
        <p:spPr>
          <a:xfrm>
            <a:off x="750240" y="1194120"/>
            <a:ext cx="8595360" cy="5205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Async Processing: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FastAPI Background Tasks used for non-blocking upload logging.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Large files processed as streams: read in 64KB chunks to DLP scanner.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Regex matching applied per-chunk to avoid full file load into memory.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Cloud Storage Adapter: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Adapter pattern: Storage Backend interface with LocalDisk, S3, MinIO implementations.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S3 integration via boto3: upload_fileobj() streams encrypted bytes directly.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MinIO used for self-hosted S3-compatible storage in development.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Optimization Techniques: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functools.lru_cache wraps compiled regex objects — cache hit avoids re-compile.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SQL Alchemy connection pool (pool_size=10) handles concurrent log writes.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Prometheus metrics endpoint: /metrics exposes scan latency histograms.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228600" y="156240"/>
            <a:ext cx="10689120" cy="528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rgbClr val="111111"/>
                </a:solidFill>
                <a:effectLst/>
                <a:uFillTx/>
                <a:latin typeface="Trebuchet MS"/>
                <a:ea typeface="Noto Sans"/>
              </a:rPr>
              <a:t>Screenshot: Source code</a:t>
            </a:r>
            <a:br>
              <a:rPr sz="3600"/>
            </a:b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6" name=""/>
          <p:cNvPicPr/>
          <p:nvPr/>
        </p:nvPicPr>
        <p:blipFill>
          <a:blip r:embed="rId1"/>
          <a:stretch/>
        </p:blipFill>
        <p:spPr>
          <a:xfrm>
            <a:off x="457200" y="1143000"/>
            <a:ext cx="4114800" cy="2514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7" name=""/>
          <p:cNvPicPr/>
          <p:nvPr/>
        </p:nvPicPr>
        <p:blipFill>
          <a:blip r:embed="rId2"/>
          <a:stretch/>
        </p:blipFill>
        <p:spPr>
          <a:xfrm>
            <a:off x="4800600" y="1149480"/>
            <a:ext cx="4114800" cy="2508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8" name=""/>
          <p:cNvPicPr/>
          <p:nvPr/>
        </p:nvPicPr>
        <p:blipFill>
          <a:blip r:embed="rId3"/>
          <a:stretch/>
        </p:blipFill>
        <p:spPr>
          <a:xfrm>
            <a:off x="441360" y="3886200"/>
            <a:ext cx="4130640" cy="2743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9" name=""/>
          <p:cNvPicPr/>
          <p:nvPr/>
        </p:nvPicPr>
        <p:blipFill>
          <a:blip r:embed="rId4"/>
          <a:stretch/>
        </p:blipFill>
        <p:spPr>
          <a:xfrm>
            <a:off x="4800600" y="3853080"/>
            <a:ext cx="4114800" cy="2776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228600" y="156240"/>
            <a:ext cx="10689120" cy="528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Screenshot: UI</a:t>
            </a:r>
            <a:br>
              <a:rPr sz="3600"/>
            </a:br>
            <a:br>
              <a:rPr sz="3600"/>
            </a:br>
            <a:br>
              <a:rPr sz="3600"/>
            </a:br>
            <a:br>
              <a:rPr sz="3600"/>
            </a:b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1" name=""/>
          <p:cNvPicPr/>
          <p:nvPr/>
        </p:nvPicPr>
        <p:blipFill>
          <a:blip r:embed="rId1"/>
          <a:stretch/>
        </p:blipFill>
        <p:spPr>
          <a:xfrm>
            <a:off x="458280" y="3886200"/>
            <a:ext cx="4342320" cy="279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2" name=""/>
          <p:cNvPicPr/>
          <p:nvPr/>
        </p:nvPicPr>
        <p:blipFill>
          <a:blip r:embed="rId2"/>
          <a:stretch/>
        </p:blipFill>
        <p:spPr>
          <a:xfrm>
            <a:off x="5029200" y="1143720"/>
            <a:ext cx="4343400" cy="2513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3" name=""/>
          <p:cNvPicPr/>
          <p:nvPr/>
        </p:nvPicPr>
        <p:blipFill>
          <a:blip r:embed="rId3"/>
          <a:stretch/>
        </p:blipFill>
        <p:spPr>
          <a:xfrm>
            <a:off x="5029200" y="3886200"/>
            <a:ext cx="4342680" cy="2743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4" name=""/>
          <p:cNvPicPr/>
          <p:nvPr/>
        </p:nvPicPr>
        <p:blipFill>
          <a:blip r:embed="rId4"/>
          <a:stretch/>
        </p:blipFill>
        <p:spPr>
          <a:xfrm>
            <a:off x="457200" y="1143000"/>
            <a:ext cx="4343400" cy="251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title"/>
          </p:nvPr>
        </p:nvSpPr>
        <p:spPr>
          <a:xfrm>
            <a:off x="74520" y="156240"/>
            <a:ext cx="8595360" cy="757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Conclusion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/>
          </p:nvPr>
        </p:nvSpPr>
        <p:spPr>
          <a:xfrm>
            <a:off x="667080" y="914400"/>
            <a:ext cx="8595360" cy="457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Summary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Cloud DLP gateway that inspects, encrypts, and logs file uploads for cloud environments.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Key Benefits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Prevents many accidental leaks before data even reaches storage.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Provides clear, human‑readable reasons for blocked uploads.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Ensures stored files are encrypted and integrity‑checked.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Offers a transparent, searchable audit trail and simple UI.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Outcome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A solid foundation to extend into a production‑grade DLP solution with richer policies, real cloud backends, and access control.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Cloud Callout 3"/>
          <p:cNvSpPr/>
          <p:nvPr/>
        </p:nvSpPr>
        <p:spPr>
          <a:xfrm>
            <a:off x="2986560" y="5355360"/>
            <a:ext cx="4658040" cy="1272960"/>
          </a:xfrm>
          <a:prstGeom prst="cloudCallout">
            <a:avLst>
              <a:gd name="adj1" fmla="val -20833"/>
              <a:gd name="adj2" fmla="val 62500"/>
            </a:avLst>
          </a:prstGeom>
          <a:solidFill>
            <a:schemeClr val="bg1"/>
          </a:solidFill>
          <a:ln cap="rnd">
            <a:solidFill>
              <a:srgbClr val="6A8F1C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rebuchet MS"/>
              </a:rPr>
              <a:t>THANK YOU 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 pitchFamily="0" charset="1"/>
        <a:ea typeface=""/>
        <a:cs typeface=""/>
      </a:majorFont>
      <a:minorFont>
        <a:latin typeface="Trebuchet MS" panose="020B0603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19050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 pitchFamily="0" charset="1"/>
        <a:ea typeface=""/>
        <a:cs typeface=""/>
      </a:majorFont>
      <a:minorFont>
        <a:latin typeface="Trebuchet MS" panose="020B0603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19050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 pitchFamily="0" charset="1"/>
        <a:ea typeface=""/>
        <a:cs typeface=""/>
      </a:majorFont>
      <a:minorFont>
        <a:latin typeface="Trebuchet MS" panose="020B0603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19050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 pitchFamily="0" charset="1"/>
        <a:ea typeface=""/>
        <a:cs typeface=""/>
      </a:majorFont>
      <a:minorFont>
        <a:latin typeface="Trebuchet MS" panose="020B0603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19050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 pitchFamily="0" charset="1"/>
        <a:ea typeface=""/>
        <a:cs typeface=""/>
      </a:majorFont>
      <a:minorFont>
        <a:latin typeface="Trebuchet MS" panose="020B0603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19050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 pitchFamily="0" charset="1"/>
        <a:ea typeface=""/>
        <a:cs typeface=""/>
      </a:majorFont>
      <a:minorFont>
        <a:latin typeface="Trebuchet MS" panose="020B0603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19050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1307</TotalTime>
  <Application>LibreOffice/26.2.1.2$Linux_X86_64 LibreOffice_project/620$Build-2</Application>
  <AppVersion>15.0000</AppVersion>
  <Words>40</Words>
  <Paragraphs>20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2024-12-13T12:01:40Z</dcterms:created>
  <dc:creator>vishalrameshv13@gmail.com</dc:creator>
  <dc:description/>
  <dc:language>en-US</dc:language>
  <cp:lastModifiedBy/>
  <dcterms:modified xsi:type="dcterms:W3CDTF">2026-04-05T15:25:54Z</dcterms:modified>
  <cp:revision>15</cp:revision>
  <dc:subject/>
  <dc:title>INVEST MATCH AI CLOUD BASED   STARTUP AND INVESTOR   MATCHING PLATFORM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Widescreen</vt:lpwstr>
  </property>
  <property fmtid="{D5CDD505-2E9C-101B-9397-08002B2CF9AE}" pid="4" name="Slides">
    <vt:i4>13</vt:i4>
  </property>
</Properties>
</file>