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1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  <p:sldMasterId id="2147483667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5.xml"/><Relationship Id="rId5" Type="http://schemas.openxmlformats.org/officeDocument/2006/relationships/slideMaster" Target="slideMasters/slideMaster17.xml"/><Relationship Id="rId6" Type="http://schemas.openxmlformats.org/officeDocument/2006/relationships/slideMaster" Target="slideMasters/slideMaster18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dt" idx="5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PlaceHolder 5"/>
          <p:cNvSpPr>
            <a:spLocks noGrp="1"/>
          </p:cNvSpPr>
          <p:nvPr>
            <p:ph type="ftr" idx="5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PlaceHolder 6"/>
          <p:cNvSpPr>
            <a:spLocks noGrp="1"/>
          </p:cNvSpPr>
          <p:nvPr>
            <p:ph type="sldNum" idx="5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44A43E1-46C1-4B20-82F9-64570622543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1C74366-B696-4D44-8307-296CE0B2BA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6A13C1-0BE3-4839-A46E-34EA45BC8A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16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720" cy="5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C892ED-CFCA-4D5D-9C46-6D2E32F6905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Box 23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24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5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5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08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720" cy="5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85B925-DE7C-41F7-8FA1-2536D34CDAE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6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6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7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5784C4A-F31B-4944-8CF2-F7DE096ED8D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3560" cy="52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240" cy="52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148845-6BA7-4CC8-9890-5F8527ABBFC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00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01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02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5720" cy="18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85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2D403DF-E76E-4A01-AB7B-ACC3EF709CF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1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1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1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284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284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F7D43BD-0DAB-43F0-908B-9CBC57CB246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3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3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3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4640" cy="57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4640" cy="330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4640" cy="57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4640" cy="330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7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8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AC324C4-29DC-496E-9CEF-099FC2F37DB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5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5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493324F-D0EB-457F-BEC3-0F1FA845F12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3440" cy="12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2600" cy="55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3440" cy="25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6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7BF33E1-3438-4449-97A2-F30BAA4E51A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57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5720" cy="384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5720" cy="67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FAED47C-F5A7-47DE-8BDF-C6C23731D85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0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0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0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340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720" cy="156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9AE2C74-EC9C-4278-B36C-6B0FDB7B828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1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1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1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16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340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720" cy="156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6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5568FC6-9E30-4A94-A6E5-60281AA4129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TextBox 19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1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3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3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3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5720" cy="259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FFB3C9A-C4C3-4467-A8D5-3165D2680C0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564C6A-045A-4DB9-9157-1E5FE79E599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6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6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7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8" name="PlaceHolder 1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68F22BE-A975-4D02-AE3B-31C42B2F7ED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03693379-3E81-4253-8207-DD34A9A006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BAE40121-03FA-48F4-B399-499A502585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37F754EC-2927-4A0A-B066-90406264B6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1080" y="-8640"/>
            <a:ext cx="12189960" cy="6867360"/>
            <a:chOff x="1080" y="-8640"/>
            <a:chExt cx="12189960" cy="686736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1080" y="1080"/>
              <a:ext cx="841680" cy="56649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446400"/>
            <a:ext cx="85957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21A711D-4E9D-402D-9C08-03E7CDB8136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7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CEF4964-FA2F-4329-99C6-AB4A84F6BB3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0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0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0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7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ftr" idx="52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sldNum" idx="53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B47F3DE-A0DC-4B62-A33C-E0801196515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PlaceHolder 5"/>
          <p:cNvSpPr>
            <a:spLocks noGrp="1"/>
          </p:cNvSpPr>
          <p:nvPr>
            <p:ph type="dt" idx="5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1449720" y="457200"/>
            <a:ext cx="769356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77500" lnSpcReduction="1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A Cloud-Based Data Leakage</a:t>
            </a:r>
            <a:br>
              <a:rPr sz="3200"/>
            </a:b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Prevention System Using Rule-Based</a:t>
            </a:r>
            <a:br>
              <a:rPr sz="3200"/>
            </a:b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Content Inspection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subTitle"/>
          </p:nvPr>
        </p:nvSpPr>
        <p:spPr>
          <a:xfrm>
            <a:off x="2539080" y="2286000"/>
            <a:ext cx="5689800" cy="282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TEAM MEMBERS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SABARIRAJA. S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( 620822205090 )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RANJITH. P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( 620822205084 )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SHANTHOSH. M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( 620822205098 )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ROHITH. V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( 620822205088 )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GUIDE : Ms. JAYANTHI. R, AP/IT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Content Placeholder 1"/>
          <p:cNvSpPr/>
          <p:nvPr/>
        </p:nvSpPr>
        <p:spPr>
          <a:xfrm>
            <a:off x="750240" y="1143000"/>
            <a:ext cx="8081280" cy="54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Uncontrolled data leakage to cloud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Users upload files to cloud storage without any security inspection.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Sensitive information (PII, credentials, financial data) can be exposed accidentally.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Lack of real‑time inspection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Many systems only detect issues after data is already stored or shared; no “gatekeeper” at upload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Weak auditability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or no tamper‑evident logs for who uploaded what and why it was allowed/blocked.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Integrity risks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Stored files can be altered or corrupted without easy detection.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itle 2"/>
          <p:cNvSpPr/>
          <p:nvPr/>
        </p:nvSpPr>
        <p:spPr>
          <a:xfrm>
            <a:off x="90720" y="228960"/>
            <a:ext cx="8595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90360" y="228600"/>
            <a:ext cx="8595720" cy="68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547560" y="1017720"/>
            <a:ext cx="8595720" cy="56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Design a lightweight Cloud DLP gateway: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Inspect files before they are stored and block uploads that violate security policies.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 configurable DLP policies: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Regex‑based rules for emails, phone numbers, passwords, and sensitive patterns.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 and protect allowed content: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 allowed files at rest and store integrity hashes to detect tampering.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Offer full audit visibility: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Persist all upload attempts (ALLOWED / BLOCKED / ERROR) in an exportable audit log.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Expose a clean, user‑friendly web dashboard: Simple upload flow              for users; clear stats, assets, and logs for admins.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202320" y="0"/>
            <a:ext cx="825516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85800" y="1182960"/>
            <a:ext cx="8081280" cy="178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Manual or ad‑hoc checks: Security teams review data after upload (if at all). Reliant on user awareness.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Complex enterprise DLP suites: Heavyweight, complicated to configure and deploy. Overkill for smaller organizations or     indiviuals.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Content Placeholder 5"/>
          <p:cNvSpPr/>
          <p:nvPr/>
        </p:nvSpPr>
        <p:spPr>
          <a:xfrm>
            <a:off x="685800" y="4215960"/>
            <a:ext cx="8081280" cy="24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transparency: Users and admins cannot easily see which uploads were blocked and why, or view currently stored assets.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Integrity monitoring gaps: Stored files can be updated or corrupted without straightforward integrity checks.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Result: Increased risk of accidental data leakage and difficulty demonstrating DLP behavior in PoC settings.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3"/>
          <p:cNvSpPr/>
          <p:nvPr/>
        </p:nvSpPr>
        <p:spPr>
          <a:xfrm>
            <a:off x="228600" y="3240360"/>
            <a:ext cx="3501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43560" y="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 4"/>
          <p:cNvSpPr/>
          <p:nvPr/>
        </p:nvSpPr>
        <p:spPr>
          <a:xfrm>
            <a:off x="184680" y="3429000"/>
            <a:ext cx="3121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Content Placeholder 6"/>
          <p:cNvSpPr/>
          <p:nvPr/>
        </p:nvSpPr>
        <p:spPr>
          <a:xfrm>
            <a:off x="558000" y="857880"/>
            <a:ext cx="8081280" cy="23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Rule‑based upload gateway: FastAPI backend receives file uploads and applies regex‑based DLP policies before writing to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Encrypted storage with integrity: Allowed files are encrypted (Fernet) and stored locally. SHA‑256 hashes of encrypted blobs are stored for verification.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Structured audit logging: Every attempt is logged in SQLite with reason and timestamp.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Content Placeholder 7"/>
          <p:cNvSpPr/>
          <p:nvPr/>
        </p:nvSpPr>
        <p:spPr>
          <a:xfrm>
            <a:off x="604800" y="4114800"/>
            <a:ext cx="8081280" cy="25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Simple web dashboard: Users upload via a responsive UI; admins view stats, assets, and live audit logs.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Transparency &amp; verifiability: Clear reasons for blocked uploads. Verify endpoint checks that stored files match recorded hashes.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Lightweight and extensible: Easy to plug in more policies, real cloud storage (e.g. S3/MinIO), and authentication later.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203400" y="152280"/>
            <a:ext cx="10311480" cy="99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1" name=""/>
          <p:cNvPicPr/>
          <p:nvPr/>
        </p:nvPicPr>
        <p:blipFill>
          <a:blip r:embed="rId1"/>
          <a:stretch/>
        </p:blipFill>
        <p:spPr>
          <a:xfrm>
            <a:off x="914400" y="1048320"/>
            <a:ext cx="8028720" cy="5352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00028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90360" y="64800"/>
            <a:ext cx="8595720" cy="62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4"/>
          <p:cNvSpPr/>
          <p:nvPr/>
        </p:nvSpPr>
        <p:spPr>
          <a:xfrm>
            <a:off x="275760" y="3599280"/>
            <a:ext cx="3030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Content Placeholder 9"/>
          <p:cNvSpPr/>
          <p:nvPr/>
        </p:nvSpPr>
        <p:spPr>
          <a:xfrm>
            <a:off x="677520" y="1148760"/>
            <a:ext cx="8595720" cy="38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1: Rule-Based Content Inspection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2: Cryptographic Hashing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3: Secure Violation Logging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4: User-Defined Security Policies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5: Performance Optimization &amp; Cloud Integration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282600" y="156240"/>
            <a:ext cx="111466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Module 1: Rule‑Based Content Inspection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720" cy="520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Inspect file contents before upload to detect sensitive information (PII, credentials, etc.).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 Idea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 regex‑based rules on decoded text to flag patterns such as: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Email addresses, phone numbers, passwords / secrets, IDs.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Backend receives file → decodes bytes to text → calls DLPDetector.scan(text).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For each rule in policies.json, if regex matches, rule name is added to findings.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If findings is non‑empty, the upload is BLOCKED and never written to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Benefits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Transparent and explainable: rules live in a simple JSON 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Easy to extend with new patterns without changing core 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12006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2: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Cryptographic Hashing 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720" cy="520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 that stored (encrypted) files are not silently modified or corrupted.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 Idea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 each allowed file and compute a SHA‑256 hash of the encrypted blob.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Why hash the encrypted data?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Integrity is verified on the exact bytes stored on disk.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Any change to the encrypted file (bit‑flip, truncation, replacement) changes the hash.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Where it fits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Runs only after a file passes DLP inspection.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Connects upload logic with the integrity verification endpoint.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Module 2: Flow &amp; Data Path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720" cy="56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Upload path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Allowed upload → encrypt_and_hash(content):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Load Fernet key from environment or .encryption_key 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 plaintext bytes with Fernet.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Compute SHA‑256(encrypted_bytes) and store as file_hash.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Save encrypted bytes to cloud_storage/uuid.bin.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Store metadata in StoredAsset: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filename, storage_path, file_hash, created_at.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Verification path (/assets/{id}/verify)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Read encrypted file from disk via storage_path.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Recompute SHA‑256(encrypted_bytes) and compare with DB file_hash.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Return: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verified: true + “Hash matches” if equal.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verified: false + “Hash mismatch” or “File missing on storage”.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Module 2: Flow &amp; Data Path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"/>
          <p:cNvPicPr/>
          <p:nvPr/>
        </p:nvPicPr>
        <p:blipFill>
          <a:blip r:embed="rId1"/>
          <a:stretch/>
        </p:blipFill>
        <p:spPr>
          <a:xfrm>
            <a:off x="457200" y="1143000"/>
            <a:ext cx="5093640" cy="502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"/>
          <p:cNvPicPr/>
          <p:nvPr/>
        </p:nvPicPr>
        <p:blipFill>
          <a:blip r:embed="rId2"/>
          <a:stretch/>
        </p:blipFill>
        <p:spPr>
          <a:xfrm>
            <a:off x="5837400" y="1143000"/>
            <a:ext cx="5820840" cy="502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 2: Security &amp; Benefits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685800" y="965520"/>
            <a:ext cx="8595720" cy="474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properties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Detects any tampering with stored encrypted files (even if DB is unchanged).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Helps prove that “what we stored is still what we originally encrypted.”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Operational advantages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Simple, deterministic verification endpoint for demos and audits.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Can be run periodically or on demand to check storage health.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Extensibility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Easy to plug in other hash algorithms or HMACs if required.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Same pattern works when migrating from local disk to S3/MinIO.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 2: Polices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"/>
          <p:cNvPicPr/>
          <p:nvPr/>
        </p:nvPicPr>
        <p:blipFill>
          <a:blip r:embed="rId1"/>
          <a:stretch/>
        </p:blipFill>
        <p:spPr>
          <a:xfrm>
            <a:off x="696960" y="1220400"/>
            <a:ext cx="8569800" cy="4951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3: Secure Violation Logging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720" cy="520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Maintain a reliable audit trail for every upload attempt and its outcome.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 Idea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Store structured log entries in SQLite with: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Filename, status (ALLOWED / BLOCKED / ERROR), reason, timestamp.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When it runs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On every /upload code path: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Size or type failure.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DLP violation.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Successful encrypted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Internal errors (scan/storage issues).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"/>
          <p:cNvPicPr/>
          <p:nvPr/>
        </p:nvPicPr>
        <p:blipFill>
          <a:blip r:embed="rId1"/>
          <a:stretch/>
        </p:blipFill>
        <p:spPr>
          <a:xfrm>
            <a:off x="686520" y="860400"/>
            <a:ext cx="6628320" cy="58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"/>
          <p:cNvSpPr/>
          <p:nvPr/>
        </p:nvSpPr>
        <p:spPr>
          <a:xfrm>
            <a:off x="55080" y="0"/>
            <a:ext cx="8174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3: Secure Violation Logging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 3: Logging Flow &amp; UI Integration</a:t>
            </a:r>
            <a:br>
              <a:rPr sz="3600"/>
            </a:br>
            <a:br>
              <a:rPr sz="3600"/>
            </a:b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776160" y="965520"/>
            <a:ext cx="8595720" cy="56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Backend 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/upload decides outcome → calls: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log_event(filename, status, reasons[]).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log_event: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Opens DB session (get_db_session).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Creates UploadLog row.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Commits or rolls back safely using a context manager.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Frontend /logs page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Fetches GET /logs and shows: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Filename, colored status badge, reason text,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Status filter (Allowed / Blocked / Error).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Search by filename or reason.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Auto‑refresh when Logs page is active.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CSV export button for offline analysis.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 3: Logging Flow &amp; UI Integration</a:t>
            </a:r>
            <a:br>
              <a:rPr sz="3600"/>
            </a:br>
            <a:br>
              <a:rPr sz="3600"/>
            </a:b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6" name=""/>
          <p:cNvPicPr/>
          <p:nvPr/>
        </p:nvPicPr>
        <p:blipFill>
          <a:blip r:embed="rId1"/>
          <a:stretch/>
        </p:blipFill>
        <p:spPr>
          <a:xfrm>
            <a:off x="565920" y="1143000"/>
            <a:ext cx="8577720" cy="434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3: Benefits &amp; Use Cases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720" cy="543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Benefits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Full visibility into: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Which uploads were allowed or blocked.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Exact reasons for blocking (e.g. “email, password”).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Frequency of errors and misconfigurations.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 cases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 analysis: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Identify common violation patterns (e.g., passwords in PDFs, API Keys).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Tuning DLP rules: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Adjust regexes based on real‑world violations seen in logs.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Teaching / demo: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Show live logs updating as students upload safe vs. sensitive files.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5720" cy="75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667080" y="914400"/>
            <a:ext cx="859572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Summary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Cloud DLP gateway that inspects, encrypts, and logs file uploads for cloud environments.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Benefits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Prevents many accidental leaks before data even reaches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Provides clear, human‑readable reasons for blocked uploads.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Ensures stored files are encrypted and integrity‑checked.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Offers a transparent, searchable audit trail and simple UI.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Outcome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 solid foundation to extend into a production‑grade DLP solution with richer policies, real cloud backends, and access control.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Cloud Callout 3"/>
          <p:cNvSpPr/>
          <p:nvPr/>
        </p:nvSpPr>
        <p:spPr>
          <a:xfrm>
            <a:off x="2986560" y="5355360"/>
            <a:ext cx="4658400" cy="127332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1295</TotalTime>
  <Application>LibreOffice/26.2.0.3$Linux_X86_64 LibreOffice_project/620$Build-3</Application>
  <AppVersion>15.0000</AppVersion>
  <Words>40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2026-03-06T10:52:45Z</dcterms:modified>
  <cp:revision>14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